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6858000" cx="12192000"/>
  <p:notesSz cx="6858000" cy="9144000"/>
  <p:embeddedFontLst>
    <p:embeddedFont>
      <p:font typeface="Play"/>
      <p:regular r:id="rId22"/>
      <p:bold r:id="rId23"/>
    </p:embeddedFont>
    <p:embeddedFont>
      <p:font typeface="Libre Baskerville"/>
      <p:regular r:id="rId24"/>
      <p:bold r:id="rId25"/>
      <p:italic r:id="rId26"/>
      <p:boldItalic r:id="rId27"/>
    </p:embeddedFont>
    <p:embeddedFont>
      <p:font typeface="Helvetica Neue"/>
      <p:regular r:id="rId28"/>
      <p:bold r:id="rId29"/>
      <p:italic r:id="rId30"/>
      <p:boldItalic r:id="rId31"/>
    </p:embeddedFont>
    <p:embeddedFont>
      <p:font typeface="Open Sans"/>
      <p:regular r:id="rId32"/>
      <p:bold r:id="rId33"/>
      <p:italic r:id="rId34"/>
      <p:boldItalic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uzCpIU2E+ET3YGj4hbvx3IPY7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F0EDAAD-950B-4FCF-8CA7-8C2B3F66CF03}">
  <a:tblStyle styleId="{DF0EDAAD-950B-4FCF-8CA7-8C2B3F66CF03}"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30AA6609-3025-4C82-A522-95C72AA5CF14}"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font" Target="fonts/Play-regular.fntdata"/><Relationship Id="rId21" Type="http://schemas.openxmlformats.org/officeDocument/2006/relationships/slide" Target="slides/slide15.xml"/><Relationship Id="rId24" Type="http://schemas.openxmlformats.org/officeDocument/2006/relationships/font" Target="fonts/LibreBaskerville-regular.fntdata"/><Relationship Id="rId23" Type="http://schemas.openxmlformats.org/officeDocument/2006/relationships/font" Target="fonts/Play-bold.fntdata"/><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font" Target="fonts/LibreBaskerville-italic.fntdata"/><Relationship Id="rId25" Type="http://schemas.openxmlformats.org/officeDocument/2006/relationships/font" Target="fonts/LibreBaskerville-bold.fntdata"/><Relationship Id="rId28" Type="http://schemas.openxmlformats.org/officeDocument/2006/relationships/font" Target="fonts/HelveticaNeue-regular.fntdata"/><Relationship Id="rId27" Type="http://schemas.openxmlformats.org/officeDocument/2006/relationships/font" Target="fonts/LibreBaskerville-boldItalic.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font" Target="fonts/HelveticaNeue-bold.fntdata"/><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HelveticaNeue-boldItalic.fntdata"/><Relationship Id="rId30" Type="http://schemas.openxmlformats.org/officeDocument/2006/relationships/font" Target="fonts/HelveticaNeue-italic.fntdata"/><Relationship Id="rId11" Type="http://schemas.openxmlformats.org/officeDocument/2006/relationships/slide" Target="slides/slide5.xml"/><Relationship Id="rId33" Type="http://schemas.openxmlformats.org/officeDocument/2006/relationships/font" Target="fonts/OpenSans-bold.fntdata"/><Relationship Id="rId10" Type="http://schemas.openxmlformats.org/officeDocument/2006/relationships/slide" Target="slides/slide4.xml"/><Relationship Id="rId32" Type="http://schemas.openxmlformats.org/officeDocument/2006/relationships/font" Target="fonts/OpenSans-regular.fntdata"/><Relationship Id="rId13" Type="http://schemas.openxmlformats.org/officeDocument/2006/relationships/slide" Target="slides/slide7.xml"/><Relationship Id="rId35" Type="http://schemas.openxmlformats.org/officeDocument/2006/relationships/font" Target="fonts/OpenSans-boldItalic.fntdata"/><Relationship Id="rId12" Type="http://schemas.openxmlformats.org/officeDocument/2006/relationships/slide" Target="slides/slide6.xml"/><Relationship Id="rId34" Type="http://schemas.openxmlformats.org/officeDocument/2006/relationships/font" Target="fonts/OpenSans-italic.fntdata"/><Relationship Id="rId15" Type="http://schemas.openxmlformats.org/officeDocument/2006/relationships/slide" Target="slides/slide9.xml"/><Relationship Id="rId14" Type="http://schemas.openxmlformats.org/officeDocument/2006/relationships/slide" Target="slides/slide8.xml"/><Relationship Id="rId36" Type="http://customschemas.google.com/relationships/presentationmetadata" Target="meta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Aren</a:t>
            </a:r>
            <a:endParaRPr/>
          </a:p>
        </p:txBody>
      </p:sp>
      <p:sp>
        <p:nvSpPr>
          <p:cNvPr id="138" name="Google Shape;13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Aren</a:t>
            </a:r>
            <a:endParaRPr/>
          </a:p>
        </p:txBody>
      </p:sp>
      <p:sp>
        <p:nvSpPr>
          <p:cNvPr id="146" name="Google Shape;146;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Aren</a:t>
            </a:r>
            <a:endParaRPr/>
          </a:p>
        </p:txBody>
      </p:sp>
      <p:sp>
        <p:nvSpPr>
          <p:cNvPr id="154" name="Google Shape;154;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e462fd33d1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g3e462fd33d1_0_3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e49a7166b0_0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e49a7166b0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e462fd33d1_0_5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e462fd33d1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Devyani</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e462fd33d1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g3e462fd33d1_0_9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e49763ec6b_1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classification pipeline starts by capturing workout video frames and extracting 33 MediaPipe body landmarks from each frame. From these landmarks, we created pose, angle, geometry, and velocity features, which were grouped into 48-frame temporal sequences and fed into deep learning classification models.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For training for the models, we used 5-Fold GroupKFold cross-validation grouped by source video to prevent data leakage. We also applied StandardScaler normalization, pose-sequence augmentation, weighted cross-entropy loss for class imbalance, Adam optimization, early stopping, and learning-rate scheduling to improve training stability and generalization. After cross-validation, each final model was retrained using the best-performing hyperparameters.</a:t>
            </a:r>
            <a:endParaRPr>
              <a:solidFill>
                <a:schemeClr val="dk1"/>
              </a:solidFill>
            </a:endParaRPr>
          </a:p>
          <a:p>
            <a:pPr indent="0" lvl="0" marL="0" rtl="0" algn="l">
              <a:lnSpc>
                <a:spcPct val="115000"/>
              </a:lnSpc>
              <a:spcBef>
                <a:spcPts val="1200"/>
              </a:spcBef>
              <a:spcAft>
                <a:spcPts val="1200"/>
              </a:spcAft>
              <a:buClr>
                <a:schemeClr val="dk1"/>
              </a:buClr>
              <a:buSzPts val="1100"/>
              <a:buFont typeface="Arial"/>
              <a:buNone/>
            </a:pPr>
            <a:r>
              <a:rPr lang="en-US">
                <a:solidFill>
                  <a:schemeClr val="dk1"/>
                </a:solidFill>
              </a:rPr>
              <a:t>We tested four architectures — CNN, LSTM, CNN + LSTM, and TCN — to compare different approaches. The CNN focused on lightweight and efficient temporal feature extraction for faster mobile inference, while the LSTM modeled sequential movement over time through recurrent hidden states. The CNN + LSTM combined the two strategies, and the TCN used dilated convolutions and residual connections for efficient temporal sequence modeling. </a:t>
            </a:r>
            <a:endParaRPr/>
          </a:p>
        </p:txBody>
      </p:sp>
      <p:sp>
        <p:nvSpPr>
          <p:cNvPr id="241" name="Google Shape;241;g3e49763ec6b_1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e462fd33d1_0_1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Here are the final classification results across all evaluated architectures. Overall, all models performed relatively poorly in terms of accuracy on the noisy real-world test set, despite achieving strong training and cross-validation performance. It is important to note that the test set was intentionally noisy and including YouTube text overlays, background movement, varied camera angles, and other visual distractions.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We ultimately selected the LSTM model for deployment because it achieved the strongest official test performance. This was likely because it is capable of capturing longer term memory which is important when movements like squats or curls may initially look similar at a point but change as you actually engage in them.</a:t>
            </a:r>
            <a:endParaRPr>
              <a:solidFill>
                <a:schemeClr val="dk1"/>
              </a:solidFill>
            </a:endParaRPr>
          </a:p>
          <a:p>
            <a:pPr indent="0" lvl="0" marL="0" rtl="0" algn="l">
              <a:lnSpc>
                <a:spcPct val="115000"/>
              </a:lnSpc>
              <a:spcBef>
                <a:spcPts val="1200"/>
              </a:spcBef>
              <a:spcAft>
                <a:spcPts val="1200"/>
              </a:spcAft>
              <a:buClr>
                <a:schemeClr val="dk1"/>
              </a:buClr>
              <a:buSzPts val="1100"/>
              <a:buFont typeface="Arial"/>
              <a:buNone/>
            </a:pPr>
            <a:r>
              <a:rPr lang="en-US">
                <a:solidFill>
                  <a:schemeClr val="dk1"/>
                </a:solidFill>
              </a:rPr>
              <a:t>The confusion matrix showed strong diagonal patterns, indicating that the model was generally successful at correctly identifying many exercises. However, some confusion still remained between biomechanically similar movements, particularly among different bench press variations. Certain exercises, such as hammer curls, were also significantly more difficult for the model to distinguish due to limited motion differences.</a:t>
            </a:r>
            <a:endParaRPr/>
          </a:p>
        </p:txBody>
      </p:sp>
      <p:sp>
        <p:nvSpPr>
          <p:cNvPr id="253" name="Google Shape;253;g3e462fd33d1_0_1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e462fd33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rohan</a:t>
            </a:r>
            <a:endParaRPr/>
          </a:p>
        </p:txBody>
      </p:sp>
      <p:sp>
        <p:nvSpPr>
          <p:cNvPr id="262" name="Google Shape;262;g3e462fd33d1_0_13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e4f4ff1cf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e4f4ff1cf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rohan</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e462fd33d1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rohan</a:t>
            </a:r>
            <a:endParaRPr/>
          </a:p>
        </p:txBody>
      </p:sp>
      <p:sp>
        <p:nvSpPr>
          <p:cNvPr id="287" name="Google Shape;287;g3e462fd33d1_0_1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e462fd33d1_0_19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e462fd33d1_0_1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This project involved several important technical and modeling challenges. Initially, we attempted to implement the LSTM pipeline using TensorFlow, but encountered compatibility issues with CoreML conversion and iOS deployment. To solve this, we migrated the sequence models to PyTorch, which provided more reliable mobile deployment support.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Another major challenge was classification accuracy and counting in real-world conditions. Model performance was sensitive to camera angle, lighting, occlusions, and body positioning. To improve robustness, we expanded the dataset with additional scraped YouTube workout videos and evaluated the models on noisy real-world test footage to better simulate gym environments. But this could’ve definitely been improved upon in future steps that Devyani will discuss next.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49763ec6b_1_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e49763ec6b_1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Devyani</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Grey Phoenix" showMasterSp="0">
  <p:cSld name="Title Slide Grey Phoenix">
    <p:bg>
      <p:bgPr>
        <a:solidFill>
          <a:schemeClr val="lt1"/>
        </a:solidFill>
      </p:bgPr>
    </p:bg>
    <p:spTree>
      <p:nvGrpSpPr>
        <p:cNvPr id="11" name="Shape 11"/>
        <p:cNvGrpSpPr/>
        <p:nvPr/>
      </p:nvGrpSpPr>
      <p:grpSpPr>
        <a:xfrm>
          <a:off x="0" y="0"/>
          <a:ext cx="0" cy="0"/>
          <a:chOff x="0" y="0"/>
          <a:chExt cx="0" cy="0"/>
        </a:xfrm>
      </p:grpSpPr>
      <p:pic>
        <p:nvPicPr>
          <p:cNvPr id="12" name="Google Shape;12;p10"/>
          <p:cNvPicPr preferRelativeResize="0"/>
          <p:nvPr/>
        </p:nvPicPr>
        <p:blipFill rotWithShape="1">
          <a:blip r:embed="rId2">
            <a:alphaModFix amt="15000"/>
          </a:blip>
          <a:srcRect b="0" l="0" r="0" t="0"/>
          <a:stretch/>
        </p:blipFill>
        <p:spPr>
          <a:xfrm>
            <a:off x="8307457" y="750290"/>
            <a:ext cx="5773549" cy="5051855"/>
          </a:xfrm>
          <a:prstGeom prst="rect">
            <a:avLst/>
          </a:prstGeom>
          <a:noFill/>
          <a:ln>
            <a:noFill/>
          </a:ln>
        </p:spPr>
      </p:pic>
      <p:sp>
        <p:nvSpPr>
          <p:cNvPr id="13" name="Google Shape;13;p10"/>
          <p:cNvSpPr txBox="1"/>
          <p:nvPr>
            <p:ph type="ctrTitle"/>
          </p:nvPr>
        </p:nvSpPr>
        <p:spPr>
          <a:xfrm>
            <a:off x="914400" y="1201106"/>
            <a:ext cx="5583936" cy="23876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accent1"/>
              </a:buClr>
              <a:buSzPts val="4800"/>
              <a:buFont typeface="Helvetica Neue"/>
              <a:buNone/>
              <a:defRPr b="0" i="0" sz="4800">
                <a:solidFill>
                  <a:schemeClr val="accent1"/>
                </a:solidFill>
                <a:latin typeface="Helvetica Neue"/>
                <a:ea typeface="Helvetica Neue"/>
                <a:cs typeface="Helvetica Neue"/>
                <a:sym typeface="Helvetica Neu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10"/>
          <p:cNvSpPr/>
          <p:nvPr/>
        </p:nvSpPr>
        <p:spPr>
          <a:xfrm>
            <a:off x="0" y="6400222"/>
            <a:ext cx="12192000" cy="466344"/>
          </a:xfrm>
          <a:prstGeom prst="rect">
            <a:avLst/>
          </a:prstGeom>
          <a:solidFill>
            <a:srgbClr val="80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lt1"/>
              </a:solidFill>
              <a:latin typeface="Helvetica Neue"/>
              <a:ea typeface="Helvetica Neue"/>
              <a:cs typeface="Helvetica Neue"/>
              <a:sym typeface="Helvetica Neue"/>
            </a:endParaRPr>
          </a:p>
        </p:txBody>
      </p:sp>
      <p:cxnSp>
        <p:nvCxnSpPr>
          <p:cNvPr id="15" name="Google Shape;15;p10"/>
          <p:cNvCxnSpPr/>
          <p:nvPr/>
        </p:nvCxnSpPr>
        <p:spPr>
          <a:xfrm>
            <a:off x="0" y="6395648"/>
            <a:ext cx="12192000" cy="0"/>
          </a:xfrm>
          <a:prstGeom prst="straightConnector1">
            <a:avLst/>
          </a:prstGeom>
          <a:noFill/>
          <a:ln cap="flat" cmpd="sng" w="9525">
            <a:solidFill>
              <a:srgbClr val="D6D6CE"/>
            </a:solidFill>
            <a:prstDash val="solid"/>
            <a:miter lim="800000"/>
            <a:headEnd len="sm" w="sm" type="none"/>
            <a:tailEnd len="sm" w="sm" type="none"/>
          </a:ln>
        </p:spPr>
      </p:cxnSp>
      <p:sp>
        <p:nvSpPr>
          <p:cNvPr id="16" name="Google Shape;16;p10"/>
          <p:cNvSpPr txBox="1"/>
          <p:nvPr>
            <p:ph idx="1" type="subTitle"/>
          </p:nvPr>
        </p:nvSpPr>
        <p:spPr>
          <a:xfrm>
            <a:off x="950579" y="3680781"/>
            <a:ext cx="5551823" cy="62359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2"/>
              </a:buClr>
              <a:buSzPts val="1800"/>
              <a:buNone/>
              <a:defRPr b="0" i="0" sz="1800">
                <a:solidFill>
                  <a:schemeClr val="dk2"/>
                </a:solidFill>
                <a:latin typeface="Helvetica Neue"/>
                <a:ea typeface="Helvetica Neue"/>
                <a:cs typeface="Helvetica Neue"/>
                <a:sym typeface="Helvetica Neue"/>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7" name="Google Shape;17;p10"/>
          <p:cNvPicPr preferRelativeResize="0"/>
          <p:nvPr/>
        </p:nvPicPr>
        <p:blipFill rotWithShape="1">
          <a:blip r:embed="rId3">
            <a:alphaModFix/>
          </a:blip>
          <a:srcRect b="0" l="0" r="0" t="0"/>
          <a:stretch/>
        </p:blipFill>
        <p:spPr>
          <a:xfrm>
            <a:off x="536713" y="6401337"/>
            <a:ext cx="2844942" cy="47548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 name="Shape 18"/>
        <p:cNvGrpSpPr/>
        <p:nvPr/>
      </p:nvGrpSpPr>
      <p:grpSpPr>
        <a:xfrm>
          <a:off x="0" y="0"/>
          <a:ext cx="0" cy="0"/>
          <a:chOff x="0" y="0"/>
          <a:chExt cx="0" cy="0"/>
        </a:xfrm>
      </p:grpSpPr>
      <p:sp>
        <p:nvSpPr>
          <p:cNvPr id="19" name="Google Shape;19;p14"/>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 name="Google Shape;20;p14"/>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1" name="Google Shape;21;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1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1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7" name="Google Shape;27;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0" name="Shape 30"/>
        <p:cNvGrpSpPr/>
        <p:nvPr/>
      </p:nvGrpSpPr>
      <p:grpSpPr>
        <a:xfrm>
          <a:off x="0" y="0"/>
          <a:ext cx="0" cy="0"/>
          <a:chOff x="0" y="0"/>
          <a:chExt cx="0" cy="0"/>
        </a:xfrm>
      </p:grpSpPr>
      <p:sp>
        <p:nvSpPr>
          <p:cNvPr id="31" name="Google Shape;31;p16"/>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16"/>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3" name="Google Shape;33;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6" name="Shape 36"/>
        <p:cNvGrpSpPr/>
        <p:nvPr/>
      </p:nvGrpSpPr>
      <p:grpSpPr>
        <a:xfrm>
          <a:off x="0" y="0"/>
          <a:ext cx="0" cy="0"/>
          <a:chOff x="0" y="0"/>
          <a:chExt cx="0" cy="0"/>
        </a:xfrm>
      </p:grpSpPr>
      <p:sp>
        <p:nvSpPr>
          <p:cNvPr id="37" name="Google Shape;37;p1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9" name="Google Shape;39;p17"/>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1" name="Google Shape;41;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3" name="Shape 43"/>
        <p:cNvGrpSpPr/>
        <p:nvPr/>
      </p:nvGrpSpPr>
      <p:grpSpPr>
        <a:xfrm>
          <a:off x="0" y="0"/>
          <a:ext cx="0" cy="0"/>
          <a:chOff x="0" y="0"/>
          <a:chExt cx="0" cy="0"/>
        </a:xfrm>
      </p:grpSpPr>
      <p:sp>
        <p:nvSpPr>
          <p:cNvPr id="44" name="Google Shape;44;p18"/>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5" name="Google Shape;45;p18"/>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6" name="Google Shape;46;p18"/>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7" name="Google Shape;47;p18"/>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8" name="Google Shape;48;p18"/>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 name="Google Shape;49;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0" name="Google Shape;50;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 name="Shape 52"/>
        <p:cNvGrpSpPr/>
        <p:nvPr/>
      </p:nvGrpSpPr>
      <p:grpSpPr>
        <a:xfrm>
          <a:off x="0" y="0"/>
          <a:ext cx="0" cy="0"/>
          <a:chOff x="0" y="0"/>
          <a:chExt cx="0" cy="0"/>
        </a:xfrm>
      </p:grpSpPr>
      <p:sp>
        <p:nvSpPr>
          <p:cNvPr id="53" name="Google Shape;53;p1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4" name="Google Shape;54;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7" name="Shape 57"/>
        <p:cNvGrpSpPr/>
        <p:nvPr/>
      </p:nvGrpSpPr>
      <p:grpSpPr>
        <a:xfrm>
          <a:off x="0" y="0"/>
          <a:ext cx="0" cy="0"/>
          <a:chOff x="0" y="0"/>
          <a:chExt cx="0" cy="0"/>
        </a:xfrm>
      </p:grpSpPr>
      <p:sp>
        <p:nvSpPr>
          <p:cNvPr id="58" name="Google Shape;58;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1" name="Shape 61"/>
        <p:cNvGrpSpPr/>
        <p:nvPr/>
      </p:nvGrpSpPr>
      <p:grpSpPr>
        <a:xfrm>
          <a:off x="0" y="0"/>
          <a:ext cx="0" cy="0"/>
          <a:chOff x="0" y="0"/>
          <a:chExt cx="0" cy="0"/>
        </a:xfrm>
      </p:grpSpPr>
      <p:sp>
        <p:nvSpPr>
          <p:cNvPr id="62" name="Google Shape;62;p21"/>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1"/>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4" name="Google Shape;64;p21"/>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5" name="Google Shape;65;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8" name="Shape 68"/>
        <p:cNvGrpSpPr/>
        <p:nvPr/>
      </p:nvGrpSpPr>
      <p:grpSpPr>
        <a:xfrm>
          <a:off x="0" y="0"/>
          <a:ext cx="0" cy="0"/>
          <a:chOff x="0" y="0"/>
          <a:chExt cx="0" cy="0"/>
        </a:xfrm>
      </p:grpSpPr>
      <p:sp>
        <p:nvSpPr>
          <p:cNvPr id="69" name="Google Shape;69;p2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2"/>
          <p:cNvSpPr/>
          <p:nvPr>
            <p:ph idx="2" type="pic"/>
          </p:nvPr>
        </p:nvSpPr>
        <p:spPr>
          <a:xfrm>
            <a:off x="5183188" y="987425"/>
            <a:ext cx="6172200" cy="4873625"/>
          </a:xfrm>
          <a:prstGeom prst="rect">
            <a:avLst/>
          </a:prstGeom>
          <a:noFill/>
          <a:ln>
            <a:noFill/>
          </a:ln>
        </p:spPr>
      </p:sp>
      <p:sp>
        <p:nvSpPr>
          <p:cNvPr id="71" name="Google Shape;71;p22"/>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2" name="Google Shape;72;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5" name="Shape 75"/>
        <p:cNvGrpSpPr/>
        <p:nvPr/>
      </p:nvGrpSpPr>
      <p:grpSpPr>
        <a:xfrm>
          <a:off x="0" y="0"/>
          <a:ext cx="0" cy="0"/>
          <a:chOff x="0" y="0"/>
          <a:chExt cx="0" cy="0"/>
        </a:xfrm>
      </p:grpSpPr>
      <p:sp>
        <p:nvSpPr>
          <p:cNvPr id="76" name="Google Shape;76;p2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7" name="Google Shape;77;p23"/>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8" name="Google Shape;78;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0" name="Google Shape;80;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81" name="Shape 81"/>
        <p:cNvGrpSpPr/>
        <p:nvPr/>
      </p:nvGrpSpPr>
      <p:grpSpPr>
        <a:xfrm>
          <a:off x="0" y="0"/>
          <a:ext cx="0" cy="0"/>
          <a:chOff x="0" y="0"/>
          <a:chExt cx="0" cy="0"/>
        </a:xfrm>
      </p:grpSpPr>
      <p:sp>
        <p:nvSpPr>
          <p:cNvPr id="82" name="Google Shape;82;p24"/>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3" name="Google Shape;83;p24"/>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4" name="Google Shape;84;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5" name="Google Shape;85;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6" name="Google Shape;86;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4" name="Shape 94"/>
        <p:cNvGrpSpPr/>
        <p:nvPr/>
      </p:nvGrpSpPr>
      <p:grpSpPr>
        <a:xfrm>
          <a:off x="0" y="0"/>
          <a:ext cx="0" cy="0"/>
          <a:chOff x="0" y="0"/>
          <a:chExt cx="0" cy="0"/>
        </a:xfrm>
      </p:grpSpPr>
      <p:sp>
        <p:nvSpPr>
          <p:cNvPr id="95" name="Google Shape;95;p12"/>
          <p:cNvSpPr txBox="1"/>
          <p:nvPr>
            <p:ph type="title"/>
          </p:nvPr>
        </p:nvSpPr>
        <p:spPr>
          <a:xfrm>
            <a:off x="838200" y="0"/>
            <a:ext cx="10515600" cy="1312744"/>
          </a:xfrm>
          <a:prstGeom prst="rect">
            <a:avLst/>
          </a:prstGeom>
          <a:noFill/>
          <a:ln>
            <a:noFill/>
          </a:ln>
        </p:spPr>
        <p:txBody>
          <a:bodyPr anchorCtr="0" anchor="ctr" bIns="45700" lIns="0" spcFirstLastPara="1" rIns="0" wrap="square" tIns="45700">
            <a:noAutofit/>
          </a:bodyPr>
          <a:lstStyle>
            <a:lvl1pPr lvl="0" algn="l">
              <a:lnSpc>
                <a:spcPct val="90000"/>
              </a:lnSpc>
              <a:spcBef>
                <a:spcPts val="0"/>
              </a:spcBef>
              <a:spcAft>
                <a:spcPts val="0"/>
              </a:spcAft>
              <a:buClr>
                <a:srgbClr val="800000"/>
              </a:buClr>
              <a:buSzPts val="3600"/>
              <a:buFont typeface="Helvetica Neue"/>
              <a:buNone/>
              <a:defRPr b="0" i="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6" name="Google Shape;96;p12"/>
          <p:cNvSpPr txBox="1"/>
          <p:nvPr>
            <p:ph idx="1" type="body"/>
          </p:nvPr>
        </p:nvSpPr>
        <p:spPr>
          <a:xfrm>
            <a:off x="838200" y="1534136"/>
            <a:ext cx="10515600" cy="4429492"/>
          </a:xfrm>
          <a:prstGeom prst="rect">
            <a:avLst/>
          </a:prstGeom>
          <a:noFill/>
          <a:ln>
            <a:noFill/>
          </a:ln>
        </p:spPr>
        <p:txBody>
          <a:bodyPr anchorCtr="0" anchor="t" bIns="45700" lIns="0" spcFirstLastPara="1" rIns="0" wrap="square" tIns="45700">
            <a:noAutofit/>
          </a:bodyPr>
          <a:lstStyle>
            <a:lvl1pPr indent="-381000" lvl="0" marL="457200" algn="l">
              <a:lnSpc>
                <a:spcPct val="90000"/>
              </a:lnSpc>
              <a:spcBef>
                <a:spcPts val="1000"/>
              </a:spcBef>
              <a:spcAft>
                <a:spcPts val="0"/>
              </a:spcAft>
              <a:buSzPts val="2400"/>
              <a:buChar char="•"/>
              <a:defRPr b="0" i="0"/>
            </a:lvl1pPr>
            <a:lvl2pPr indent="-355600" lvl="1" marL="914400" algn="l">
              <a:lnSpc>
                <a:spcPct val="90000"/>
              </a:lnSpc>
              <a:spcBef>
                <a:spcPts val="500"/>
              </a:spcBef>
              <a:spcAft>
                <a:spcPts val="0"/>
              </a:spcAft>
              <a:buSzPts val="2000"/>
              <a:buChar char="•"/>
              <a:defRPr b="0" i="0"/>
            </a:lvl2pPr>
            <a:lvl3pPr indent="-342900" lvl="2" marL="1371600" algn="l">
              <a:lnSpc>
                <a:spcPct val="90000"/>
              </a:lnSpc>
              <a:spcBef>
                <a:spcPts val="500"/>
              </a:spcBef>
              <a:spcAft>
                <a:spcPts val="0"/>
              </a:spcAft>
              <a:buSzPts val="1800"/>
              <a:buChar char="•"/>
              <a:defRPr b="0" i="0"/>
            </a:lvl3pPr>
            <a:lvl4pPr indent="-330200" lvl="3" marL="1828800" algn="l">
              <a:lnSpc>
                <a:spcPct val="90000"/>
              </a:lnSpc>
              <a:spcBef>
                <a:spcPts val="500"/>
              </a:spcBef>
              <a:spcAft>
                <a:spcPts val="0"/>
              </a:spcAft>
              <a:buSzPts val="1600"/>
              <a:buChar char="•"/>
              <a:defRPr b="0" i="0"/>
            </a:lvl4pPr>
            <a:lvl5pPr indent="-330200" lvl="4" marL="2286000" algn="l">
              <a:lnSpc>
                <a:spcPct val="90000"/>
              </a:lnSpc>
              <a:spcBef>
                <a:spcPts val="500"/>
              </a:spcBef>
              <a:spcAft>
                <a:spcPts val="0"/>
              </a:spcAft>
              <a:buSzPts val="1600"/>
              <a:buChar char="•"/>
              <a:defRPr b="0" i="0" sz="16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7" name="Google Shape;97;p12"/>
          <p:cNvSpPr txBox="1"/>
          <p:nvPr>
            <p:ph idx="12" type="sldNum"/>
          </p:nvPr>
        </p:nvSpPr>
        <p:spPr>
          <a:xfrm>
            <a:off x="8610601" y="6459132"/>
            <a:ext cx="3432387"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800" u="none" cap="none" strike="noStrike">
                <a:solidFill>
                  <a:schemeClr val="lt1"/>
                </a:solidFill>
                <a:latin typeface="Helvetica Neue"/>
                <a:ea typeface="Helvetica Neue"/>
                <a:cs typeface="Helvetica Neue"/>
                <a:sym typeface="Helvetica Neue"/>
              </a:defRPr>
            </a:lvl1pPr>
            <a:lvl2pPr indent="0" lvl="1" marL="0" algn="r">
              <a:spcBef>
                <a:spcPts val="0"/>
              </a:spcBef>
              <a:buNone/>
              <a:defRPr b="0" i="0" sz="800" u="none" cap="none" strike="noStrike">
                <a:solidFill>
                  <a:schemeClr val="lt1"/>
                </a:solidFill>
                <a:latin typeface="Helvetica Neue"/>
                <a:ea typeface="Helvetica Neue"/>
                <a:cs typeface="Helvetica Neue"/>
                <a:sym typeface="Helvetica Neue"/>
              </a:defRPr>
            </a:lvl2pPr>
            <a:lvl3pPr indent="0" lvl="2" marL="0" algn="r">
              <a:spcBef>
                <a:spcPts val="0"/>
              </a:spcBef>
              <a:buNone/>
              <a:defRPr b="0" i="0" sz="800" u="none" cap="none" strike="noStrike">
                <a:solidFill>
                  <a:schemeClr val="lt1"/>
                </a:solidFill>
                <a:latin typeface="Helvetica Neue"/>
                <a:ea typeface="Helvetica Neue"/>
                <a:cs typeface="Helvetica Neue"/>
                <a:sym typeface="Helvetica Neue"/>
              </a:defRPr>
            </a:lvl3pPr>
            <a:lvl4pPr indent="0" lvl="3" marL="0" algn="r">
              <a:spcBef>
                <a:spcPts val="0"/>
              </a:spcBef>
              <a:buNone/>
              <a:defRPr b="0" i="0" sz="800" u="none" cap="none" strike="noStrike">
                <a:solidFill>
                  <a:schemeClr val="lt1"/>
                </a:solidFill>
                <a:latin typeface="Helvetica Neue"/>
                <a:ea typeface="Helvetica Neue"/>
                <a:cs typeface="Helvetica Neue"/>
                <a:sym typeface="Helvetica Neue"/>
              </a:defRPr>
            </a:lvl4pPr>
            <a:lvl5pPr indent="0" lvl="4" marL="0" algn="r">
              <a:spcBef>
                <a:spcPts val="0"/>
              </a:spcBef>
              <a:buNone/>
              <a:defRPr b="0" i="0" sz="800" u="none" cap="none" strike="noStrike">
                <a:solidFill>
                  <a:schemeClr val="lt1"/>
                </a:solidFill>
                <a:latin typeface="Helvetica Neue"/>
                <a:ea typeface="Helvetica Neue"/>
                <a:cs typeface="Helvetica Neue"/>
                <a:sym typeface="Helvetica Neue"/>
              </a:defRPr>
            </a:lvl5pPr>
            <a:lvl6pPr indent="0" lvl="5" marL="0" algn="r">
              <a:spcBef>
                <a:spcPts val="0"/>
              </a:spcBef>
              <a:buNone/>
              <a:defRPr b="0" i="0" sz="800" u="none" cap="none" strike="noStrike">
                <a:solidFill>
                  <a:schemeClr val="lt1"/>
                </a:solidFill>
                <a:latin typeface="Helvetica Neue"/>
                <a:ea typeface="Helvetica Neue"/>
                <a:cs typeface="Helvetica Neue"/>
                <a:sym typeface="Helvetica Neue"/>
              </a:defRPr>
            </a:lvl6pPr>
            <a:lvl7pPr indent="0" lvl="6" marL="0" algn="r">
              <a:spcBef>
                <a:spcPts val="0"/>
              </a:spcBef>
              <a:buNone/>
              <a:defRPr b="0" i="0" sz="800" u="none" cap="none" strike="noStrike">
                <a:solidFill>
                  <a:schemeClr val="lt1"/>
                </a:solidFill>
                <a:latin typeface="Helvetica Neue"/>
                <a:ea typeface="Helvetica Neue"/>
                <a:cs typeface="Helvetica Neue"/>
                <a:sym typeface="Helvetica Neue"/>
              </a:defRPr>
            </a:lvl7pPr>
            <a:lvl8pPr indent="0" lvl="7" marL="0" algn="r">
              <a:spcBef>
                <a:spcPts val="0"/>
              </a:spcBef>
              <a:buNone/>
              <a:defRPr b="0" i="0" sz="800" u="none" cap="none" strike="noStrike">
                <a:solidFill>
                  <a:schemeClr val="lt1"/>
                </a:solidFill>
                <a:latin typeface="Helvetica Neue"/>
                <a:ea typeface="Helvetica Neue"/>
                <a:cs typeface="Helvetica Neue"/>
                <a:sym typeface="Helvetica Neue"/>
              </a:defRPr>
            </a:lvl8pPr>
            <a:lvl9pPr indent="0" lvl="8" marL="0" algn="r">
              <a:spcBef>
                <a:spcPts val="0"/>
              </a:spcBef>
              <a:buNone/>
              <a:defRPr b="0" i="0" sz="800" u="none" cap="none" strike="noStrike">
                <a:solidFill>
                  <a:schemeClr val="lt1"/>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Maroon" showMasterSp="0" type="secHead">
  <p:cSld name="SECTION_HEADER">
    <p:bg>
      <p:bgPr>
        <a:solidFill>
          <a:schemeClr val="lt1"/>
        </a:solidFill>
      </p:bgPr>
    </p:bg>
    <p:spTree>
      <p:nvGrpSpPr>
        <p:cNvPr id="98" name="Shape 98"/>
        <p:cNvGrpSpPr/>
        <p:nvPr/>
      </p:nvGrpSpPr>
      <p:grpSpPr>
        <a:xfrm>
          <a:off x="0" y="0"/>
          <a:ext cx="0" cy="0"/>
          <a:chOff x="0" y="0"/>
          <a:chExt cx="0" cy="0"/>
        </a:xfrm>
      </p:grpSpPr>
      <p:sp>
        <p:nvSpPr>
          <p:cNvPr id="99" name="Google Shape;99;p13"/>
          <p:cNvSpPr/>
          <p:nvPr/>
        </p:nvSpPr>
        <p:spPr>
          <a:xfrm>
            <a:off x="0" y="3"/>
            <a:ext cx="12192000" cy="6865237"/>
          </a:xfrm>
          <a:prstGeom prst="rect">
            <a:avLst/>
          </a:prstGeom>
          <a:solidFill>
            <a:srgbClr val="80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lt1"/>
              </a:solidFill>
              <a:latin typeface="Helvetica Neue"/>
              <a:ea typeface="Helvetica Neue"/>
              <a:cs typeface="Helvetica Neue"/>
              <a:sym typeface="Helvetica Neue"/>
            </a:endParaRPr>
          </a:p>
        </p:txBody>
      </p:sp>
      <p:sp>
        <p:nvSpPr>
          <p:cNvPr id="100" name="Google Shape;100;p13"/>
          <p:cNvSpPr txBox="1"/>
          <p:nvPr>
            <p:ph idx="1" type="body"/>
          </p:nvPr>
        </p:nvSpPr>
        <p:spPr>
          <a:xfrm>
            <a:off x="831851" y="4968566"/>
            <a:ext cx="10515600" cy="925510"/>
          </a:xfrm>
          <a:prstGeom prst="rect">
            <a:avLst/>
          </a:prstGeom>
          <a:noFill/>
          <a:ln>
            <a:noFill/>
          </a:ln>
        </p:spPr>
        <p:txBody>
          <a:bodyPr anchorCtr="0" anchor="t" bIns="45700" lIns="0" spcFirstLastPara="1" rIns="0" wrap="square" tIns="45700">
            <a:normAutofit/>
          </a:bodyPr>
          <a:lstStyle>
            <a:lvl1pPr indent="-228600" lvl="0" marL="457200" algn="l">
              <a:lnSpc>
                <a:spcPct val="90000"/>
              </a:lnSpc>
              <a:spcBef>
                <a:spcPts val="1000"/>
              </a:spcBef>
              <a:spcAft>
                <a:spcPts val="0"/>
              </a:spcAft>
              <a:buSzPts val="1800"/>
              <a:buNone/>
              <a:defRPr b="0" i="0" sz="1800">
                <a:solidFill>
                  <a:schemeClr val="lt1"/>
                </a:solidFill>
              </a:defRPr>
            </a:lvl1pPr>
            <a:lvl2pPr indent="-228600" lvl="1" marL="914400" algn="l">
              <a:lnSpc>
                <a:spcPct val="90000"/>
              </a:lnSpc>
              <a:spcBef>
                <a:spcPts val="500"/>
              </a:spcBef>
              <a:spcAft>
                <a:spcPts val="0"/>
              </a:spcAft>
              <a:buSzPts val="2000"/>
              <a:buNone/>
              <a:defRPr sz="2000">
                <a:solidFill>
                  <a:srgbClr val="888888"/>
                </a:solidFill>
              </a:defRPr>
            </a:lvl2pPr>
            <a:lvl3pPr indent="-228600" lvl="2" marL="1371600" algn="l">
              <a:lnSpc>
                <a:spcPct val="90000"/>
              </a:lnSpc>
              <a:spcBef>
                <a:spcPts val="500"/>
              </a:spcBef>
              <a:spcAft>
                <a:spcPts val="0"/>
              </a:spcAft>
              <a:buSzPts val="1800"/>
              <a:buNone/>
              <a:defRPr sz="1800">
                <a:solidFill>
                  <a:srgbClr val="888888"/>
                </a:solidFill>
              </a:defRPr>
            </a:lvl3pPr>
            <a:lvl4pPr indent="-228600" lvl="3" marL="1828800" algn="l">
              <a:lnSpc>
                <a:spcPct val="90000"/>
              </a:lnSpc>
              <a:spcBef>
                <a:spcPts val="500"/>
              </a:spcBef>
              <a:spcAft>
                <a:spcPts val="0"/>
              </a:spcAft>
              <a:buSzPts val="1600"/>
              <a:buNone/>
              <a:defRPr sz="1600">
                <a:solidFill>
                  <a:srgbClr val="888888"/>
                </a:solidFill>
              </a:defRPr>
            </a:lvl4pPr>
            <a:lvl5pPr indent="-228600" lvl="4" marL="2286000" algn="l">
              <a:lnSpc>
                <a:spcPct val="90000"/>
              </a:lnSpc>
              <a:spcBef>
                <a:spcPts val="500"/>
              </a:spcBef>
              <a:spcAft>
                <a:spcPts val="0"/>
              </a:spcAft>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101" name="Google Shape;101;p13"/>
          <p:cNvSpPr txBox="1"/>
          <p:nvPr>
            <p:ph type="title"/>
          </p:nvPr>
        </p:nvSpPr>
        <p:spPr>
          <a:xfrm>
            <a:off x="831851" y="2359716"/>
            <a:ext cx="10515600" cy="2581861"/>
          </a:xfrm>
          <a:prstGeom prst="rect">
            <a:avLst/>
          </a:prstGeom>
          <a:noFill/>
          <a:ln>
            <a:noFill/>
          </a:ln>
        </p:spPr>
        <p:txBody>
          <a:bodyPr anchorCtr="0" anchor="b" bIns="45700" lIns="0" spcFirstLastPara="1" rIns="0" wrap="square" tIns="45700">
            <a:normAutofit/>
          </a:bodyPr>
          <a:lstStyle>
            <a:lvl1pPr lvl="0" algn="l">
              <a:lnSpc>
                <a:spcPct val="90000"/>
              </a:lnSpc>
              <a:spcBef>
                <a:spcPts val="0"/>
              </a:spcBef>
              <a:spcAft>
                <a:spcPts val="0"/>
              </a:spcAft>
              <a:buClr>
                <a:srgbClr val="F2F2F2"/>
              </a:buClr>
              <a:buSzPts val="4000"/>
              <a:buFont typeface="Helvetica Neue"/>
              <a:buNone/>
              <a:defRPr b="0" i="0" sz="4000">
                <a:solidFill>
                  <a:srgbClr val="F2F2F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2" name="Google Shape;102;p13"/>
          <p:cNvSpPr txBox="1"/>
          <p:nvPr>
            <p:ph idx="12" type="sldNum"/>
          </p:nvPr>
        </p:nvSpPr>
        <p:spPr>
          <a:xfrm>
            <a:off x="8610601" y="6459132"/>
            <a:ext cx="3432387"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800" u="none" cap="none" strike="noStrike">
                <a:solidFill>
                  <a:schemeClr val="lt1"/>
                </a:solidFill>
                <a:latin typeface="Helvetica Neue"/>
                <a:ea typeface="Helvetica Neue"/>
                <a:cs typeface="Helvetica Neue"/>
                <a:sym typeface="Helvetica Neue"/>
              </a:defRPr>
            </a:lvl1pPr>
            <a:lvl2pPr indent="0" lvl="1" marL="0" algn="r">
              <a:spcBef>
                <a:spcPts val="0"/>
              </a:spcBef>
              <a:buNone/>
              <a:defRPr b="0" i="0" sz="800" u="none" cap="none" strike="noStrike">
                <a:solidFill>
                  <a:schemeClr val="lt1"/>
                </a:solidFill>
                <a:latin typeface="Helvetica Neue"/>
                <a:ea typeface="Helvetica Neue"/>
                <a:cs typeface="Helvetica Neue"/>
                <a:sym typeface="Helvetica Neue"/>
              </a:defRPr>
            </a:lvl2pPr>
            <a:lvl3pPr indent="0" lvl="2" marL="0" algn="r">
              <a:spcBef>
                <a:spcPts val="0"/>
              </a:spcBef>
              <a:buNone/>
              <a:defRPr b="0" i="0" sz="800" u="none" cap="none" strike="noStrike">
                <a:solidFill>
                  <a:schemeClr val="lt1"/>
                </a:solidFill>
                <a:latin typeface="Helvetica Neue"/>
                <a:ea typeface="Helvetica Neue"/>
                <a:cs typeface="Helvetica Neue"/>
                <a:sym typeface="Helvetica Neue"/>
              </a:defRPr>
            </a:lvl3pPr>
            <a:lvl4pPr indent="0" lvl="3" marL="0" algn="r">
              <a:spcBef>
                <a:spcPts val="0"/>
              </a:spcBef>
              <a:buNone/>
              <a:defRPr b="0" i="0" sz="800" u="none" cap="none" strike="noStrike">
                <a:solidFill>
                  <a:schemeClr val="lt1"/>
                </a:solidFill>
                <a:latin typeface="Helvetica Neue"/>
                <a:ea typeface="Helvetica Neue"/>
                <a:cs typeface="Helvetica Neue"/>
                <a:sym typeface="Helvetica Neue"/>
              </a:defRPr>
            </a:lvl4pPr>
            <a:lvl5pPr indent="0" lvl="4" marL="0" algn="r">
              <a:spcBef>
                <a:spcPts val="0"/>
              </a:spcBef>
              <a:buNone/>
              <a:defRPr b="0" i="0" sz="800" u="none" cap="none" strike="noStrike">
                <a:solidFill>
                  <a:schemeClr val="lt1"/>
                </a:solidFill>
                <a:latin typeface="Helvetica Neue"/>
                <a:ea typeface="Helvetica Neue"/>
                <a:cs typeface="Helvetica Neue"/>
                <a:sym typeface="Helvetica Neue"/>
              </a:defRPr>
            </a:lvl5pPr>
            <a:lvl6pPr indent="0" lvl="5" marL="0" algn="r">
              <a:spcBef>
                <a:spcPts val="0"/>
              </a:spcBef>
              <a:buNone/>
              <a:defRPr b="0" i="0" sz="800" u="none" cap="none" strike="noStrike">
                <a:solidFill>
                  <a:schemeClr val="lt1"/>
                </a:solidFill>
                <a:latin typeface="Helvetica Neue"/>
                <a:ea typeface="Helvetica Neue"/>
                <a:cs typeface="Helvetica Neue"/>
                <a:sym typeface="Helvetica Neue"/>
              </a:defRPr>
            </a:lvl6pPr>
            <a:lvl7pPr indent="0" lvl="6" marL="0" algn="r">
              <a:spcBef>
                <a:spcPts val="0"/>
              </a:spcBef>
              <a:buNone/>
              <a:defRPr b="0" i="0" sz="800" u="none" cap="none" strike="noStrike">
                <a:solidFill>
                  <a:schemeClr val="lt1"/>
                </a:solidFill>
                <a:latin typeface="Helvetica Neue"/>
                <a:ea typeface="Helvetica Neue"/>
                <a:cs typeface="Helvetica Neue"/>
                <a:sym typeface="Helvetica Neue"/>
              </a:defRPr>
            </a:lvl7pPr>
            <a:lvl8pPr indent="0" lvl="7" marL="0" algn="r">
              <a:spcBef>
                <a:spcPts val="0"/>
              </a:spcBef>
              <a:buNone/>
              <a:defRPr b="0" i="0" sz="800" u="none" cap="none" strike="noStrike">
                <a:solidFill>
                  <a:schemeClr val="lt1"/>
                </a:solidFill>
                <a:latin typeface="Helvetica Neue"/>
                <a:ea typeface="Helvetica Neue"/>
                <a:cs typeface="Helvetica Neue"/>
                <a:sym typeface="Helvetica Neue"/>
              </a:defRPr>
            </a:lvl8pPr>
            <a:lvl9pPr indent="0" lvl="8" marL="0" algn="r">
              <a:spcBef>
                <a:spcPts val="0"/>
              </a:spcBef>
              <a:buNone/>
              <a:defRPr b="0" i="0" sz="800" u="none" cap="none" strike="noStrike">
                <a:solidFill>
                  <a:schemeClr val="lt1"/>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US"/>
              <a:t>‹#›</a:t>
            </a:fld>
            <a:endParaRPr/>
          </a:p>
        </p:txBody>
      </p:sp>
      <p:sp>
        <p:nvSpPr>
          <p:cNvPr id="103" name="Google Shape;103;p13"/>
          <p:cNvSpPr/>
          <p:nvPr/>
        </p:nvSpPr>
        <p:spPr>
          <a:xfrm>
            <a:off x="0" y="6400222"/>
            <a:ext cx="12192000" cy="466344"/>
          </a:xfrm>
          <a:prstGeom prst="rect">
            <a:avLst/>
          </a:prstGeom>
          <a:solidFill>
            <a:srgbClr val="80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lt1"/>
              </a:solidFill>
              <a:latin typeface="Helvetica Neue"/>
              <a:ea typeface="Helvetica Neue"/>
              <a:cs typeface="Helvetica Neue"/>
              <a:sym typeface="Helvetica Neue"/>
            </a:endParaRPr>
          </a:p>
        </p:txBody>
      </p:sp>
      <p:cxnSp>
        <p:nvCxnSpPr>
          <p:cNvPr id="104" name="Google Shape;104;p13"/>
          <p:cNvCxnSpPr/>
          <p:nvPr/>
        </p:nvCxnSpPr>
        <p:spPr>
          <a:xfrm>
            <a:off x="0" y="6395648"/>
            <a:ext cx="12192000" cy="0"/>
          </a:xfrm>
          <a:prstGeom prst="straightConnector1">
            <a:avLst/>
          </a:prstGeom>
          <a:noFill/>
          <a:ln cap="flat" cmpd="sng" w="9525">
            <a:solidFill>
              <a:srgbClr val="D6D6CE"/>
            </a:solidFill>
            <a:prstDash val="solid"/>
            <a:miter lim="800000"/>
            <a:headEnd len="sm" w="sm" type="none"/>
            <a:tailEnd len="sm" w="sm" type="none"/>
          </a:ln>
        </p:spPr>
      </p:cxnSp>
      <p:pic>
        <p:nvPicPr>
          <p:cNvPr id="105" name="Google Shape;105;p13"/>
          <p:cNvPicPr preferRelativeResize="0"/>
          <p:nvPr/>
        </p:nvPicPr>
        <p:blipFill rotWithShape="1">
          <a:blip r:embed="rId2">
            <a:alphaModFix amt="50000"/>
          </a:blip>
          <a:srcRect b="0" l="0" r="0" t="0"/>
          <a:stretch/>
        </p:blipFill>
        <p:spPr>
          <a:xfrm>
            <a:off x="9427464" y="0"/>
            <a:ext cx="3836416" cy="3356864"/>
          </a:xfrm>
          <a:prstGeom prst="rect">
            <a:avLst/>
          </a:prstGeom>
          <a:noFill/>
          <a:ln>
            <a:noFill/>
          </a:ln>
        </p:spPr>
      </p:pic>
      <p:pic>
        <p:nvPicPr>
          <p:cNvPr id="106" name="Google Shape;106;p13"/>
          <p:cNvPicPr preferRelativeResize="0"/>
          <p:nvPr/>
        </p:nvPicPr>
        <p:blipFill rotWithShape="1">
          <a:blip r:embed="rId3">
            <a:alphaModFix/>
          </a:blip>
          <a:srcRect b="0" l="0" r="0" t="0"/>
          <a:stretch/>
        </p:blipFill>
        <p:spPr>
          <a:xfrm>
            <a:off x="536713" y="6401337"/>
            <a:ext cx="2844942" cy="47548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Grey Phoenix" showMasterSp="0">
  <p:cSld name="Title Slide Grey Phoenix">
    <p:bg>
      <p:bgPr>
        <a:solidFill>
          <a:schemeClr val="lt1"/>
        </a:solidFill>
      </p:bgPr>
    </p:bg>
    <p:spTree>
      <p:nvGrpSpPr>
        <p:cNvPr id="107" name="Shape 107"/>
        <p:cNvGrpSpPr/>
        <p:nvPr/>
      </p:nvGrpSpPr>
      <p:grpSpPr>
        <a:xfrm>
          <a:off x="0" y="0"/>
          <a:ext cx="0" cy="0"/>
          <a:chOff x="0" y="0"/>
          <a:chExt cx="0" cy="0"/>
        </a:xfrm>
      </p:grpSpPr>
      <p:pic>
        <p:nvPicPr>
          <p:cNvPr id="108" name="Google Shape;108;p25"/>
          <p:cNvPicPr preferRelativeResize="0"/>
          <p:nvPr/>
        </p:nvPicPr>
        <p:blipFill rotWithShape="1">
          <a:blip r:embed="rId2">
            <a:alphaModFix amt="15000"/>
          </a:blip>
          <a:srcRect b="0" l="0" r="0" t="0"/>
          <a:stretch/>
        </p:blipFill>
        <p:spPr>
          <a:xfrm>
            <a:off x="8307457" y="750290"/>
            <a:ext cx="5773549" cy="5051855"/>
          </a:xfrm>
          <a:prstGeom prst="rect">
            <a:avLst/>
          </a:prstGeom>
          <a:noFill/>
          <a:ln>
            <a:noFill/>
          </a:ln>
        </p:spPr>
      </p:pic>
      <p:sp>
        <p:nvSpPr>
          <p:cNvPr id="109" name="Google Shape;109;p25"/>
          <p:cNvSpPr txBox="1"/>
          <p:nvPr>
            <p:ph type="ctrTitle"/>
          </p:nvPr>
        </p:nvSpPr>
        <p:spPr>
          <a:xfrm>
            <a:off x="914400" y="1201106"/>
            <a:ext cx="5583936" cy="2387600"/>
          </a:xfrm>
          <a:prstGeom prst="rect">
            <a:avLst/>
          </a:prstGeom>
          <a:noFill/>
          <a:ln>
            <a:noFill/>
          </a:ln>
        </p:spPr>
        <p:txBody>
          <a:bodyPr anchorCtr="0" anchor="b" bIns="45700" lIns="0" spcFirstLastPara="1" rIns="0" wrap="square" tIns="45700">
            <a:normAutofit/>
          </a:bodyPr>
          <a:lstStyle>
            <a:lvl1pPr lvl="0" algn="l">
              <a:lnSpc>
                <a:spcPct val="90000"/>
              </a:lnSpc>
              <a:spcBef>
                <a:spcPts val="0"/>
              </a:spcBef>
              <a:spcAft>
                <a:spcPts val="0"/>
              </a:spcAft>
              <a:buClr>
                <a:schemeClr val="accent1"/>
              </a:buClr>
              <a:buSzPts val="4800"/>
              <a:buFont typeface="Helvetica Neue"/>
              <a:buNone/>
              <a:defRPr b="0" i="0" sz="4800">
                <a:solidFill>
                  <a:schemeClr val="accent1"/>
                </a:solidFill>
                <a:latin typeface="Helvetica Neue"/>
                <a:ea typeface="Helvetica Neue"/>
                <a:cs typeface="Helvetica Neue"/>
                <a:sym typeface="Helvetica Neu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0" name="Google Shape;110;p25"/>
          <p:cNvSpPr/>
          <p:nvPr/>
        </p:nvSpPr>
        <p:spPr>
          <a:xfrm>
            <a:off x="0" y="6400222"/>
            <a:ext cx="12192000" cy="466344"/>
          </a:xfrm>
          <a:prstGeom prst="rect">
            <a:avLst/>
          </a:prstGeom>
          <a:solidFill>
            <a:srgbClr val="80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lt1"/>
              </a:solidFill>
              <a:latin typeface="Helvetica Neue"/>
              <a:ea typeface="Helvetica Neue"/>
              <a:cs typeface="Helvetica Neue"/>
              <a:sym typeface="Helvetica Neue"/>
            </a:endParaRPr>
          </a:p>
        </p:txBody>
      </p:sp>
      <p:cxnSp>
        <p:nvCxnSpPr>
          <p:cNvPr id="111" name="Google Shape;111;p25"/>
          <p:cNvCxnSpPr/>
          <p:nvPr/>
        </p:nvCxnSpPr>
        <p:spPr>
          <a:xfrm>
            <a:off x="0" y="6395648"/>
            <a:ext cx="12192000" cy="0"/>
          </a:xfrm>
          <a:prstGeom prst="straightConnector1">
            <a:avLst/>
          </a:prstGeom>
          <a:noFill/>
          <a:ln cap="flat" cmpd="sng" w="9525">
            <a:solidFill>
              <a:srgbClr val="D6D6CE"/>
            </a:solidFill>
            <a:prstDash val="solid"/>
            <a:miter lim="800000"/>
            <a:headEnd len="sm" w="sm" type="none"/>
            <a:tailEnd len="sm" w="sm" type="none"/>
          </a:ln>
        </p:spPr>
      </p:cxnSp>
      <p:sp>
        <p:nvSpPr>
          <p:cNvPr id="112" name="Google Shape;112;p25"/>
          <p:cNvSpPr txBox="1"/>
          <p:nvPr>
            <p:ph idx="1" type="subTitle"/>
          </p:nvPr>
        </p:nvSpPr>
        <p:spPr>
          <a:xfrm>
            <a:off x="950579" y="3680781"/>
            <a:ext cx="5551823" cy="623598"/>
          </a:xfrm>
          <a:prstGeom prst="rect">
            <a:avLst/>
          </a:prstGeom>
          <a:noFill/>
          <a:ln>
            <a:noFill/>
          </a:ln>
        </p:spPr>
        <p:txBody>
          <a:bodyPr anchorCtr="0" anchor="t" bIns="45700" lIns="0" spcFirstLastPara="1" rIns="0" wrap="square" tIns="45700">
            <a:normAutofit/>
          </a:bodyPr>
          <a:lstStyle>
            <a:lvl1pPr lvl="0" algn="l">
              <a:lnSpc>
                <a:spcPct val="90000"/>
              </a:lnSpc>
              <a:spcBef>
                <a:spcPts val="1000"/>
              </a:spcBef>
              <a:spcAft>
                <a:spcPts val="0"/>
              </a:spcAft>
              <a:buSzPts val="1800"/>
              <a:buNone/>
              <a:defRPr b="0" i="0" sz="1800">
                <a:solidFill>
                  <a:schemeClr val="dk2"/>
                </a:solidFill>
                <a:latin typeface="Helvetica Neue"/>
                <a:ea typeface="Helvetica Neue"/>
                <a:cs typeface="Helvetica Neue"/>
                <a:sym typeface="Helvetica Neue"/>
              </a:defRPr>
            </a:lvl1pPr>
            <a:lvl2pPr lvl="1" algn="ctr">
              <a:lnSpc>
                <a:spcPct val="90000"/>
              </a:lnSpc>
              <a:spcBef>
                <a:spcPts val="500"/>
              </a:spcBef>
              <a:spcAft>
                <a:spcPts val="0"/>
              </a:spcAft>
              <a:buSzPts val="2000"/>
              <a:buNone/>
              <a:defRPr sz="2000"/>
            </a:lvl2pPr>
            <a:lvl3pPr lvl="2" algn="ctr">
              <a:lnSpc>
                <a:spcPct val="90000"/>
              </a:lnSpc>
              <a:spcBef>
                <a:spcPts val="500"/>
              </a:spcBef>
              <a:spcAft>
                <a:spcPts val="0"/>
              </a:spcAft>
              <a:buSzPts val="1800"/>
              <a:buNone/>
              <a:defRPr sz="1800"/>
            </a:lvl3pPr>
            <a:lvl4pPr lvl="3" algn="ctr">
              <a:lnSpc>
                <a:spcPct val="90000"/>
              </a:lnSpc>
              <a:spcBef>
                <a:spcPts val="500"/>
              </a:spcBef>
              <a:spcAft>
                <a:spcPts val="0"/>
              </a:spcAft>
              <a:buSzPts val="1600"/>
              <a:buNone/>
              <a:defRPr sz="1600"/>
            </a:lvl4pPr>
            <a:lvl5pPr lvl="4" algn="ctr">
              <a:lnSpc>
                <a:spcPct val="90000"/>
              </a:lnSpc>
              <a:spcBef>
                <a:spcPts val="500"/>
              </a:spcBef>
              <a:spcAft>
                <a:spcPts val="0"/>
              </a:spcAft>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13" name="Google Shape;113;p25"/>
          <p:cNvPicPr preferRelativeResize="0"/>
          <p:nvPr/>
        </p:nvPicPr>
        <p:blipFill rotWithShape="1">
          <a:blip r:embed="rId3">
            <a:alphaModFix/>
          </a:blip>
          <a:srcRect b="0" l="0" r="0" t="0"/>
          <a:stretch/>
        </p:blipFill>
        <p:spPr>
          <a:xfrm>
            <a:off x="536713" y="6401337"/>
            <a:ext cx="2844942" cy="475485"/>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14" name="Shape 114"/>
        <p:cNvGrpSpPr/>
        <p:nvPr/>
      </p:nvGrpSpPr>
      <p:grpSpPr>
        <a:xfrm>
          <a:off x="0" y="0"/>
          <a:ext cx="0" cy="0"/>
          <a:chOff x="0" y="0"/>
          <a:chExt cx="0" cy="0"/>
        </a:xfrm>
      </p:grpSpPr>
      <p:sp>
        <p:nvSpPr>
          <p:cNvPr id="115" name="Google Shape;115;p26"/>
          <p:cNvSpPr txBox="1"/>
          <p:nvPr>
            <p:ph type="title"/>
          </p:nvPr>
        </p:nvSpPr>
        <p:spPr>
          <a:xfrm>
            <a:off x="838200" y="0"/>
            <a:ext cx="10515600" cy="1312744"/>
          </a:xfrm>
          <a:prstGeom prst="rect">
            <a:avLst/>
          </a:prstGeom>
          <a:noFill/>
          <a:ln>
            <a:noFill/>
          </a:ln>
        </p:spPr>
        <p:txBody>
          <a:bodyPr anchorCtr="0" anchor="ctr" bIns="45700" lIns="0" spcFirstLastPara="1" rIns="0" wrap="square" tIns="45700">
            <a:noAutofit/>
          </a:bodyPr>
          <a:lstStyle>
            <a:lvl1pPr lvl="0" algn="l">
              <a:lnSpc>
                <a:spcPct val="90000"/>
              </a:lnSpc>
              <a:spcBef>
                <a:spcPts val="0"/>
              </a:spcBef>
              <a:spcAft>
                <a:spcPts val="0"/>
              </a:spcAft>
              <a:buClr>
                <a:srgbClr val="800000"/>
              </a:buClr>
              <a:buSzPts val="3600"/>
              <a:buFont typeface="Helvetica Neue"/>
              <a:buNone/>
              <a:defRPr b="0" i="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6" name="Google Shape;116;p26"/>
          <p:cNvSpPr txBox="1"/>
          <p:nvPr>
            <p:ph idx="1" type="body"/>
          </p:nvPr>
        </p:nvSpPr>
        <p:spPr>
          <a:xfrm>
            <a:off x="838200" y="1825625"/>
            <a:ext cx="5181600" cy="4351338"/>
          </a:xfrm>
          <a:prstGeom prst="rect">
            <a:avLst/>
          </a:prstGeom>
          <a:noFill/>
          <a:ln>
            <a:noFill/>
          </a:ln>
        </p:spPr>
        <p:txBody>
          <a:bodyPr anchorCtr="0" anchor="t" bIns="45700" lIns="0" spcFirstLastPara="1" rIns="0" wrap="square" tIns="45700">
            <a:noAutofit/>
          </a:bodyPr>
          <a:lstStyle>
            <a:lvl1pPr indent="-381000" lvl="0" marL="457200" algn="l">
              <a:lnSpc>
                <a:spcPct val="90000"/>
              </a:lnSpc>
              <a:spcBef>
                <a:spcPts val="1000"/>
              </a:spcBef>
              <a:spcAft>
                <a:spcPts val="0"/>
              </a:spcAft>
              <a:buSzPts val="2400"/>
              <a:buChar char="•"/>
              <a:defRPr b="0" i="0" sz="2400"/>
            </a:lvl1pPr>
            <a:lvl2pPr indent="-355600" lvl="1" marL="914400" algn="l">
              <a:lnSpc>
                <a:spcPct val="90000"/>
              </a:lnSpc>
              <a:spcBef>
                <a:spcPts val="500"/>
              </a:spcBef>
              <a:spcAft>
                <a:spcPts val="0"/>
              </a:spcAft>
              <a:buSzPts val="2000"/>
              <a:buChar char="•"/>
              <a:defRPr b="0" i="0" sz="2000"/>
            </a:lvl2pPr>
            <a:lvl3pPr indent="-342900" lvl="2" marL="1371600" algn="l">
              <a:lnSpc>
                <a:spcPct val="90000"/>
              </a:lnSpc>
              <a:spcBef>
                <a:spcPts val="500"/>
              </a:spcBef>
              <a:spcAft>
                <a:spcPts val="0"/>
              </a:spcAft>
              <a:buSzPts val="1800"/>
              <a:buChar char="•"/>
              <a:defRPr b="0" i="0" sz="1800"/>
            </a:lvl3pPr>
            <a:lvl4pPr indent="-330200" lvl="3" marL="1828800" algn="l">
              <a:lnSpc>
                <a:spcPct val="90000"/>
              </a:lnSpc>
              <a:spcBef>
                <a:spcPts val="500"/>
              </a:spcBef>
              <a:spcAft>
                <a:spcPts val="0"/>
              </a:spcAft>
              <a:buSzPts val="1600"/>
              <a:buChar char="•"/>
              <a:defRPr b="0" i="0" sz="1600"/>
            </a:lvl4pPr>
            <a:lvl5pPr indent="-317500" lvl="4" marL="2286000" algn="l">
              <a:lnSpc>
                <a:spcPct val="90000"/>
              </a:lnSpc>
              <a:spcBef>
                <a:spcPts val="500"/>
              </a:spcBef>
              <a:spcAft>
                <a:spcPts val="0"/>
              </a:spcAft>
              <a:buSzPts val="1400"/>
              <a:buChar char="•"/>
              <a:defRPr b="0" i="0"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17" name="Google Shape;117;p26"/>
          <p:cNvSpPr txBox="1"/>
          <p:nvPr>
            <p:ph idx="2" type="body"/>
          </p:nvPr>
        </p:nvSpPr>
        <p:spPr>
          <a:xfrm>
            <a:off x="6172200" y="1825625"/>
            <a:ext cx="5181600" cy="4351338"/>
          </a:xfrm>
          <a:prstGeom prst="rect">
            <a:avLst/>
          </a:prstGeom>
          <a:noFill/>
          <a:ln>
            <a:noFill/>
          </a:ln>
        </p:spPr>
        <p:txBody>
          <a:bodyPr anchorCtr="0" anchor="t" bIns="45700" lIns="0" spcFirstLastPara="1" rIns="0" wrap="square" tIns="45700">
            <a:noAutofit/>
          </a:bodyPr>
          <a:lstStyle>
            <a:lvl1pPr indent="-381000" lvl="0" marL="457200" algn="l">
              <a:lnSpc>
                <a:spcPct val="90000"/>
              </a:lnSpc>
              <a:spcBef>
                <a:spcPts val="1000"/>
              </a:spcBef>
              <a:spcAft>
                <a:spcPts val="0"/>
              </a:spcAft>
              <a:buSzPts val="2400"/>
              <a:buChar char="•"/>
              <a:defRPr b="0" i="0" sz="2400"/>
            </a:lvl1pPr>
            <a:lvl2pPr indent="-355600" lvl="1" marL="914400" algn="l">
              <a:lnSpc>
                <a:spcPct val="90000"/>
              </a:lnSpc>
              <a:spcBef>
                <a:spcPts val="500"/>
              </a:spcBef>
              <a:spcAft>
                <a:spcPts val="0"/>
              </a:spcAft>
              <a:buSzPts val="2000"/>
              <a:buChar char="•"/>
              <a:defRPr b="0" i="0" sz="2000"/>
            </a:lvl2pPr>
            <a:lvl3pPr indent="-342900" lvl="2" marL="1371600" algn="l">
              <a:lnSpc>
                <a:spcPct val="90000"/>
              </a:lnSpc>
              <a:spcBef>
                <a:spcPts val="500"/>
              </a:spcBef>
              <a:spcAft>
                <a:spcPts val="0"/>
              </a:spcAft>
              <a:buSzPts val="1800"/>
              <a:buChar char="•"/>
              <a:defRPr b="0" i="0" sz="1800"/>
            </a:lvl3pPr>
            <a:lvl4pPr indent="-330200" lvl="3" marL="1828800" algn="l">
              <a:lnSpc>
                <a:spcPct val="90000"/>
              </a:lnSpc>
              <a:spcBef>
                <a:spcPts val="500"/>
              </a:spcBef>
              <a:spcAft>
                <a:spcPts val="0"/>
              </a:spcAft>
              <a:buSzPts val="1600"/>
              <a:buChar char="•"/>
              <a:defRPr b="0" i="0" sz="1600"/>
            </a:lvl4pPr>
            <a:lvl5pPr indent="-317500" lvl="4" marL="2286000" algn="l">
              <a:lnSpc>
                <a:spcPct val="90000"/>
              </a:lnSpc>
              <a:spcBef>
                <a:spcPts val="500"/>
              </a:spcBef>
              <a:spcAft>
                <a:spcPts val="0"/>
              </a:spcAft>
              <a:buSzPts val="1400"/>
              <a:buChar char="•"/>
              <a:defRPr b="0" i="0"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18" name="Google Shape;118;p26"/>
          <p:cNvSpPr txBox="1"/>
          <p:nvPr>
            <p:ph idx="12" type="sldNum"/>
          </p:nvPr>
        </p:nvSpPr>
        <p:spPr>
          <a:xfrm>
            <a:off x="8610601" y="6459132"/>
            <a:ext cx="3432387"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800" u="none" cap="none" strike="noStrike">
                <a:solidFill>
                  <a:schemeClr val="lt1"/>
                </a:solidFill>
                <a:latin typeface="Helvetica Neue"/>
                <a:ea typeface="Helvetica Neue"/>
                <a:cs typeface="Helvetica Neue"/>
                <a:sym typeface="Helvetica Neue"/>
              </a:defRPr>
            </a:lvl1pPr>
            <a:lvl2pPr indent="0" lvl="1" marL="0" algn="r">
              <a:spcBef>
                <a:spcPts val="0"/>
              </a:spcBef>
              <a:buNone/>
              <a:defRPr b="0" i="0" sz="800" u="none" cap="none" strike="noStrike">
                <a:solidFill>
                  <a:schemeClr val="lt1"/>
                </a:solidFill>
                <a:latin typeface="Helvetica Neue"/>
                <a:ea typeface="Helvetica Neue"/>
                <a:cs typeface="Helvetica Neue"/>
                <a:sym typeface="Helvetica Neue"/>
              </a:defRPr>
            </a:lvl2pPr>
            <a:lvl3pPr indent="0" lvl="2" marL="0" algn="r">
              <a:spcBef>
                <a:spcPts val="0"/>
              </a:spcBef>
              <a:buNone/>
              <a:defRPr b="0" i="0" sz="800" u="none" cap="none" strike="noStrike">
                <a:solidFill>
                  <a:schemeClr val="lt1"/>
                </a:solidFill>
                <a:latin typeface="Helvetica Neue"/>
                <a:ea typeface="Helvetica Neue"/>
                <a:cs typeface="Helvetica Neue"/>
                <a:sym typeface="Helvetica Neue"/>
              </a:defRPr>
            </a:lvl3pPr>
            <a:lvl4pPr indent="0" lvl="3" marL="0" algn="r">
              <a:spcBef>
                <a:spcPts val="0"/>
              </a:spcBef>
              <a:buNone/>
              <a:defRPr b="0" i="0" sz="800" u="none" cap="none" strike="noStrike">
                <a:solidFill>
                  <a:schemeClr val="lt1"/>
                </a:solidFill>
                <a:latin typeface="Helvetica Neue"/>
                <a:ea typeface="Helvetica Neue"/>
                <a:cs typeface="Helvetica Neue"/>
                <a:sym typeface="Helvetica Neue"/>
              </a:defRPr>
            </a:lvl4pPr>
            <a:lvl5pPr indent="0" lvl="4" marL="0" algn="r">
              <a:spcBef>
                <a:spcPts val="0"/>
              </a:spcBef>
              <a:buNone/>
              <a:defRPr b="0" i="0" sz="800" u="none" cap="none" strike="noStrike">
                <a:solidFill>
                  <a:schemeClr val="lt1"/>
                </a:solidFill>
                <a:latin typeface="Helvetica Neue"/>
                <a:ea typeface="Helvetica Neue"/>
                <a:cs typeface="Helvetica Neue"/>
                <a:sym typeface="Helvetica Neue"/>
              </a:defRPr>
            </a:lvl5pPr>
            <a:lvl6pPr indent="0" lvl="5" marL="0" algn="r">
              <a:spcBef>
                <a:spcPts val="0"/>
              </a:spcBef>
              <a:buNone/>
              <a:defRPr b="0" i="0" sz="800" u="none" cap="none" strike="noStrike">
                <a:solidFill>
                  <a:schemeClr val="lt1"/>
                </a:solidFill>
                <a:latin typeface="Helvetica Neue"/>
                <a:ea typeface="Helvetica Neue"/>
                <a:cs typeface="Helvetica Neue"/>
                <a:sym typeface="Helvetica Neue"/>
              </a:defRPr>
            </a:lvl6pPr>
            <a:lvl7pPr indent="0" lvl="6" marL="0" algn="r">
              <a:spcBef>
                <a:spcPts val="0"/>
              </a:spcBef>
              <a:buNone/>
              <a:defRPr b="0" i="0" sz="800" u="none" cap="none" strike="noStrike">
                <a:solidFill>
                  <a:schemeClr val="lt1"/>
                </a:solidFill>
                <a:latin typeface="Helvetica Neue"/>
                <a:ea typeface="Helvetica Neue"/>
                <a:cs typeface="Helvetica Neue"/>
                <a:sym typeface="Helvetica Neue"/>
              </a:defRPr>
            </a:lvl7pPr>
            <a:lvl8pPr indent="0" lvl="7" marL="0" algn="r">
              <a:spcBef>
                <a:spcPts val="0"/>
              </a:spcBef>
              <a:buNone/>
              <a:defRPr b="0" i="0" sz="800" u="none" cap="none" strike="noStrike">
                <a:solidFill>
                  <a:schemeClr val="lt1"/>
                </a:solidFill>
                <a:latin typeface="Helvetica Neue"/>
                <a:ea typeface="Helvetica Neue"/>
                <a:cs typeface="Helvetica Neue"/>
                <a:sym typeface="Helvetica Neue"/>
              </a:defRPr>
            </a:lvl8pPr>
            <a:lvl9pPr indent="0" lvl="8" marL="0" algn="r">
              <a:spcBef>
                <a:spcPts val="0"/>
              </a:spcBef>
              <a:buNone/>
              <a:defRPr b="0" i="0" sz="800" u="none" cap="none" strike="noStrike">
                <a:solidFill>
                  <a:schemeClr val="lt1"/>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19" name="Shape 119"/>
        <p:cNvGrpSpPr/>
        <p:nvPr/>
      </p:nvGrpSpPr>
      <p:grpSpPr>
        <a:xfrm>
          <a:off x="0" y="0"/>
          <a:ext cx="0" cy="0"/>
          <a:chOff x="0" y="0"/>
          <a:chExt cx="0" cy="0"/>
        </a:xfrm>
      </p:grpSpPr>
      <p:sp>
        <p:nvSpPr>
          <p:cNvPr id="120" name="Google Shape;120;p27"/>
          <p:cNvSpPr txBox="1"/>
          <p:nvPr>
            <p:ph type="title"/>
          </p:nvPr>
        </p:nvSpPr>
        <p:spPr>
          <a:xfrm>
            <a:off x="839788" y="3"/>
            <a:ext cx="10515600" cy="1325563"/>
          </a:xfrm>
          <a:prstGeom prst="rect">
            <a:avLst/>
          </a:prstGeom>
          <a:noFill/>
          <a:ln>
            <a:noFill/>
          </a:ln>
        </p:spPr>
        <p:txBody>
          <a:bodyPr anchorCtr="0" anchor="ctr" bIns="45700" lIns="0" spcFirstLastPara="1" rIns="0" wrap="square" tIns="45700">
            <a:noAutofit/>
          </a:bodyPr>
          <a:lstStyle>
            <a:lvl1pPr lvl="0" algn="l">
              <a:lnSpc>
                <a:spcPct val="90000"/>
              </a:lnSpc>
              <a:spcBef>
                <a:spcPts val="0"/>
              </a:spcBef>
              <a:spcAft>
                <a:spcPts val="0"/>
              </a:spcAft>
              <a:buClr>
                <a:srgbClr val="800000"/>
              </a:buClr>
              <a:buSzPts val="3600"/>
              <a:buFont typeface="Helvetica Neue"/>
              <a:buNone/>
              <a:defRPr b="0" i="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1" name="Google Shape;121;p27"/>
          <p:cNvSpPr txBox="1"/>
          <p:nvPr>
            <p:ph idx="1" type="body"/>
          </p:nvPr>
        </p:nvSpPr>
        <p:spPr>
          <a:xfrm>
            <a:off x="839789" y="1681163"/>
            <a:ext cx="5157787" cy="823912"/>
          </a:xfrm>
          <a:prstGeom prst="rect">
            <a:avLst/>
          </a:prstGeom>
          <a:noFill/>
          <a:ln>
            <a:noFill/>
          </a:ln>
        </p:spPr>
        <p:txBody>
          <a:bodyPr anchorCtr="0" anchor="ctr" bIns="45700" lIns="0" spcFirstLastPara="1" rIns="0" wrap="square" tIns="45700">
            <a:normAutofit/>
          </a:bodyPr>
          <a:lstStyle>
            <a:lvl1pPr indent="-228600" lvl="0" marL="457200" algn="l">
              <a:lnSpc>
                <a:spcPct val="90000"/>
              </a:lnSpc>
              <a:spcBef>
                <a:spcPts val="1000"/>
              </a:spcBef>
              <a:spcAft>
                <a:spcPts val="0"/>
              </a:spcAft>
              <a:buSzPts val="1800"/>
              <a:buNone/>
              <a:defRPr b="0" i="0" sz="1800">
                <a:solidFill>
                  <a:srgbClr val="800000"/>
                </a:solidFill>
              </a:defRPr>
            </a:lvl1pPr>
            <a:lvl2pPr indent="-228600" lvl="1" marL="914400" algn="l">
              <a:lnSpc>
                <a:spcPct val="90000"/>
              </a:lnSpc>
              <a:spcBef>
                <a:spcPts val="500"/>
              </a:spcBef>
              <a:spcAft>
                <a:spcPts val="0"/>
              </a:spcAft>
              <a:buSzPts val="2000"/>
              <a:buNone/>
              <a:defRPr b="1" sz="2000"/>
            </a:lvl2pPr>
            <a:lvl3pPr indent="-228600" lvl="2" marL="1371600" algn="l">
              <a:lnSpc>
                <a:spcPct val="90000"/>
              </a:lnSpc>
              <a:spcBef>
                <a:spcPts val="500"/>
              </a:spcBef>
              <a:spcAft>
                <a:spcPts val="0"/>
              </a:spcAft>
              <a:buSzPts val="1800"/>
              <a:buNone/>
              <a:defRPr b="1" sz="1800"/>
            </a:lvl3pPr>
            <a:lvl4pPr indent="-228600" lvl="3" marL="1828800" algn="l">
              <a:lnSpc>
                <a:spcPct val="90000"/>
              </a:lnSpc>
              <a:spcBef>
                <a:spcPts val="500"/>
              </a:spcBef>
              <a:spcAft>
                <a:spcPts val="0"/>
              </a:spcAft>
              <a:buSzPts val="1600"/>
              <a:buNone/>
              <a:defRPr b="1" sz="1600"/>
            </a:lvl4pPr>
            <a:lvl5pPr indent="-228600" lvl="4" marL="2286000" algn="l">
              <a:lnSpc>
                <a:spcPct val="90000"/>
              </a:lnSpc>
              <a:spcBef>
                <a:spcPts val="500"/>
              </a:spcBef>
              <a:spcAft>
                <a:spcPts val="0"/>
              </a:spcAft>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22" name="Google Shape;122;p27"/>
          <p:cNvSpPr txBox="1"/>
          <p:nvPr>
            <p:ph idx="2" type="body"/>
          </p:nvPr>
        </p:nvSpPr>
        <p:spPr>
          <a:xfrm>
            <a:off x="839789" y="2505078"/>
            <a:ext cx="5157787" cy="3400425"/>
          </a:xfrm>
          <a:prstGeom prst="rect">
            <a:avLst/>
          </a:prstGeom>
          <a:noFill/>
          <a:ln>
            <a:noFill/>
          </a:ln>
        </p:spPr>
        <p:txBody>
          <a:bodyPr anchorCtr="0" anchor="t" bIns="45700" lIns="0" spcFirstLastPara="1" rIns="0" wrap="square" tIns="45700">
            <a:noAutofit/>
          </a:bodyPr>
          <a:lstStyle>
            <a:lvl1pPr indent="-381000" lvl="0" marL="457200" algn="l">
              <a:lnSpc>
                <a:spcPct val="90000"/>
              </a:lnSpc>
              <a:spcBef>
                <a:spcPts val="1000"/>
              </a:spcBef>
              <a:spcAft>
                <a:spcPts val="0"/>
              </a:spcAft>
              <a:buSzPts val="2400"/>
              <a:buChar char="•"/>
              <a:defRPr b="0" i="0" sz="2400"/>
            </a:lvl1pPr>
            <a:lvl2pPr indent="-355600" lvl="1" marL="914400" algn="l">
              <a:lnSpc>
                <a:spcPct val="90000"/>
              </a:lnSpc>
              <a:spcBef>
                <a:spcPts val="500"/>
              </a:spcBef>
              <a:spcAft>
                <a:spcPts val="0"/>
              </a:spcAft>
              <a:buSzPts val="2000"/>
              <a:buChar char="•"/>
              <a:defRPr b="0" i="0" sz="2000"/>
            </a:lvl2pPr>
            <a:lvl3pPr indent="-342900" lvl="2" marL="1371600" algn="l">
              <a:lnSpc>
                <a:spcPct val="90000"/>
              </a:lnSpc>
              <a:spcBef>
                <a:spcPts val="500"/>
              </a:spcBef>
              <a:spcAft>
                <a:spcPts val="0"/>
              </a:spcAft>
              <a:buSzPts val="1800"/>
              <a:buChar char="•"/>
              <a:defRPr b="0" i="0" sz="1800"/>
            </a:lvl3pPr>
            <a:lvl4pPr indent="-330200" lvl="3" marL="1828800" algn="l">
              <a:lnSpc>
                <a:spcPct val="90000"/>
              </a:lnSpc>
              <a:spcBef>
                <a:spcPts val="500"/>
              </a:spcBef>
              <a:spcAft>
                <a:spcPts val="0"/>
              </a:spcAft>
              <a:buSzPts val="1600"/>
              <a:buChar char="•"/>
              <a:defRPr b="0" i="0" sz="1600"/>
            </a:lvl4pPr>
            <a:lvl5pPr indent="-317500" lvl="4" marL="2286000" algn="l">
              <a:lnSpc>
                <a:spcPct val="90000"/>
              </a:lnSpc>
              <a:spcBef>
                <a:spcPts val="500"/>
              </a:spcBef>
              <a:spcAft>
                <a:spcPts val="0"/>
              </a:spcAft>
              <a:buSzPts val="1400"/>
              <a:buChar char="•"/>
              <a:defRPr b="0" i="0"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23" name="Google Shape;123;p27"/>
          <p:cNvSpPr txBox="1"/>
          <p:nvPr>
            <p:ph idx="3" type="body"/>
          </p:nvPr>
        </p:nvSpPr>
        <p:spPr>
          <a:xfrm>
            <a:off x="6172202" y="1681163"/>
            <a:ext cx="5183188" cy="823912"/>
          </a:xfrm>
          <a:prstGeom prst="rect">
            <a:avLst/>
          </a:prstGeom>
          <a:noFill/>
          <a:ln>
            <a:noFill/>
          </a:ln>
        </p:spPr>
        <p:txBody>
          <a:bodyPr anchorCtr="0" anchor="ctr" bIns="45700" lIns="0" spcFirstLastPara="1" rIns="0" wrap="square" tIns="45700">
            <a:normAutofit/>
          </a:bodyPr>
          <a:lstStyle>
            <a:lvl1pPr indent="-228600" lvl="0" marL="457200" algn="l">
              <a:lnSpc>
                <a:spcPct val="90000"/>
              </a:lnSpc>
              <a:spcBef>
                <a:spcPts val="1000"/>
              </a:spcBef>
              <a:spcAft>
                <a:spcPts val="0"/>
              </a:spcAft>
              <a:buSzPts val="1800"/>
              <a:buNone/>
              <a:defRPr b="0" i="0" sz="1800">
                <a:solidFill>
                  <a:srgbClr val="800000"/>
                </a:solidFill>
              </a:defRPr>
            </a:lvl1pPr>
            <a:lvl2pPr indent="-228600" lvl="1" marL="914400" algn="l">
              <a:lnSpc>
                <a:spcPct val="90000"/>
              </a:lnSpc>
              <a:spcBef>
                <a:spcPts val="500"/>
              </a:spcBef>
              <a:spcAft>
                <a:spcPts val="0"/>
              </a:spcAft>
              <a:buSzPts val="2000"/>
              <a:buNone/>
              <a:defRPr b="1" sz="2000"/>
            </a:lvl2pPr>
            <a:lvl3pPr indent="-228600" lvl="2" marL="1371600" algn="l">
              <a:lnSpc>
                <a:spcPct val="90000"/>
              </a:lnSpc>
              <a:spcBef>
                <a:spcPts val="500"/>
              </a:spcBef>
              <a:spcAft>
                <a:spcPts val="0"/>
              </a:spcAft>
              <a:buSzPts val="1800"/>
              <a:buNone/>
              <a:defRPr b="1" sz="1800"/>
            </a:lvl3pPr>
            <a:lvl4pPr indent="-228600" lvl="3" marL="1828800" algn="l">
              <a:lnSpc>
                <a:spcPct val="90000"/>
              </a:lnSpc>
              <a:spcBef>
                <a:spcPts val="500"/>
              </a:spcBef>
              <a:spcAft>
                <a:spcPts val="0"/>
              </a:spcAft>
              <a:buSzPts val="1600"/>
              <a:buNone/>
              <a:defRPr b="1" sz="1600"/>
            </a:lvl4pPr>
            <a:lvl5pPr indent="-228600" lvl="4" marL="2286000" algn="l">
              <a:lnSpc>
                <a:spcPct val="90000"/>
              </a:lnSpc>
              <a:spcBef>
                <a:spcPts val="500"/>
              </a:spcBef>
              <a:spcAft>
                <a:spcPts val="0"/>
              </a:spcAft>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24" name="Google Shape;124;p27"/>
          <p:cNvSpPr txBox="1"/>
          <p:nvPr>
            <p:ph idx="4" type="body"/>
          </p:nvPr>
        </p:nvSpPr>
        <p:spPr>
          <a:xfrm>
            <a:off x="6172202" y="2505078"/>
            <a:ext cx="5183188" cy="3400425"/>
          </a:xfrm>
          <a:prstGeom prst="rect">
            <a:avLst/>
          </a:prstGeom>
          <a:noFill/>
          <a:ln>
            <a:noFill/>
          </a:ln>
        </p:spPr>
        <p:txBody>
          <a:bodyPr anchorCtr="0" anchor="t" bIns="45700" lIns="0" spcFirstLastPara="1" rIns="0" wrap="square" tIns="45700">
            <a:noAutofit/>
          </a:bodyPr>
          <a:lstStyle>
            <a:lvl1pPr indent="-381000" lvl="0" marL="457200" algn="l">
              <a:lnSpc>
                <a:spcPct val="90000"/>
              </a:lnSpc>
              <a:spcBef>
                <a:spcPts val="1000"/>
              </a:spcBef>
              <a:spcAft>
                <a:spcPts val="0"/>
              </a:spcAft>
              <a:buSzPts val="2400"/>
              <a:buChar char="•"/>
              <a:defRPr b="0" i="0" sz="2400"/>
            </a:lvl1pPr>
            <a:lvl2pPr indent="-355600" lvl="1" marL="914400" algn="l">
              <a:lnSpc>
                <a:spcPct val="90000"/>
              </a:lnSpc>
              <a:spcBef>
                <a:spcPts val="500"/>
              </a:spcBef>
              <a:spcAft>
                <a:spcPts val="0"/>
              </a:spcAft>
              <a:buSzPts val="2000"/>
              <a:buChar char="•"/>
              <a:defRPr b="0" i="0" sz="2000"/>
            </a:lvl2pPr>
            <a:lvl3pPr indent="-342900" lvl="2" marL="1371600" algn="l">
              <a:lnSpc>
                <a:spcPct val="90000"/>
              </a:lnSpc>
              <a:spcBef>
                <a:spcPts val="500"/>
              </a:spcBef>
              <a:spcAft>
                <a:spcPts val="0"/>
              </a:spcAft>
              <a:buSzPts val="1800"/>
              <a:buChar char="•"/>
              <a:defRPr b="0" i="0" sz="1800"/>
            </a:lvl3pPr>
            <a:lvl4pPr indent="-330200" lvl="3" marL="1828800" algn="l">
              <a:lnSpc>
                <a:spcPct val="90000"/>
              </a:lnSpc>
              <a:spcBef>
                <a:spcPts val="500"/>
              </a:spcBef>
              <a:spcAft>
                <a:spcPts val="0"/>
              </a:spcAft>
              <a:buSzPts val="1600"/>
              <a:buChar char="•"/>
              <a:defRPr b="0" i="0" sz="1600"/>
            </a:lvl4pPr>
            <a:lvl5pPr indent="-317500" lvl="4" marL="2286000" algn="l">
              <a:lnSpc>
                <a:spcPct val="90000"/>
              </a:lnSpc>
              <a:spcBef>
                <a:spcPts val="500"/>
              </a:spcBef>
              <a:spcAft>
                <a:spcPts val="0"/>
              </a:spcAft>
              <a:buSzPts val="1400"/>
              <a:buChar char="•"/>
              <a:defRPr b="0" i="0"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25" name="Google Shape;125;p27"/>
          <p:cNvSpPr txBox="1"/>
          <p:nvPr>
            <p:ph idx="12" type="sldNum"/>
          </p:nvPr>
        </p:nvSpPr>
        <p:spPr>
          <a:xfrm>
            <a:off x="8610601" y="6459132"/>
            <a:ext cx="3432387"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800" u="none" cap="none" strike="noStrike">
                <a:solidFill>
                  <a:schemeClr val="lt1"/>
                </a:solidFill>
                <a:latin typeface="Helvetica Neue"/>
                <a:ea typeface="Helvetica Neue"/>
                <a:cs typeface="Helvetica Neue"/>
                <a:sym typeface="Helvetica Neue"/>
              </a:defRPr>
            </a:lvl1pPr>
            <a:lvl2pPr indent="0" lvl="1" marL="0" algn="r">
              <a:spcBef>
                <a:spcPts val="0"/>
              </a:spcBef>
              <a:buNone/>
              <a:defRPr b="0" i="0" sz="800" u="none" cap="none" strike="noStrike">
                <a:solidFill>
                  <a:schemeClr val="lt1"/>
                </a:solidFill>
                <a:latin typeface="Helvetica Neue"/>
                <a:ea typeface="Helvetica Neue"/>
                <a:cs typeface="Helvetica Neue"/>
                <a:sym typeface="Helvetica Neue"/>
              </a:defRPr>
            </a:lvl2pPr>
            <a:lvl3pPr indent="0" lvl="2" marL="0" algn="r">
              <a:spcBef>
                <a:spcPts val="0"/>
              </a:spcBef>
              <a:buNone/>
              <a:defRPr b="0" i="0" sz="800" u="none" cap="none" strike="noStrike">
                <a:solidFill>
                  <a:schemeClr val="lt1"/>
                </a:solidFill>
                <a:latin typeface="Helvetica Neue"/>
                <a:ea typeface="Helvetica Neue"/>
                <a:cs typeface="Helvetica Neue"/>
                <a:sym typeface="Helvetica Neue"/>
              </a:defRPr>
            </a:lvl3pPr>
            <a:lvl4pPr indent="0" lvl="3" marL="0" algn="r">
              <a:spcBef>
                <a:spcPts val="0"/>
              </a:spcBef>
              <a:buNone/>
              <a:defRPr b="0" i="0" sz="800" u="none" cap="none" strike="noStrike">
                <a:solidFill>
                  <a:schemeClr val="lt1"/>
                </a:solidFill>
                <a:latin typeface="Helvetica Neue"/>
                <a:ea typeface="Helvetica Neue"/>
                <a:cs typeface="Helvetica Neue"/>
                <a:sym typeface="Helvetica Neue"/>
              </a:defRPr>
            </a:lvl4pPr>
            <a:lvl5pPr indent="0" lvl="4" marL="0" algn="r">
              <a:spcBef>
                <a:spcPts val="0"/>
              </a:spcBef>
              <a:buNone/>
              <a:defRPr b="0" i="0" sz="800" u="none" cap="none" strike="noStrike">
                <a:solidFill>
                  <a:schemeClr val="lt1"/>
                </a:solidFill>
                <a:latin typeface="Helvetica Neue"/>
                <a:ea typeface="Helvetica Neue"/>
                <a:cs typeface="Helvetica Neue"/>
                <a:sym typeface="Helvetica Neue"/>
              </a:defRPr>
            </a:lvl5pPr>
            <a:lvl6pPr indent="0" lvl="5" marL="0" algn="r">
              <a:spcBef>
                <a:spcPts val="0"/>
              </a:spcBef>
              <a:buNone/>
              <a:defRPr b="0" i="0" sz="800" u="none" cap="none" strike="noStrike">
                <a:solidFill>
                  <a:schemeClr val="lt1"/>
                </a:solidFill>
                <a:latin typeface="Helvetica Neue"/>
                <a:ea typeface="Helvetica Neue"/>
                <a:cs typeface="Helvetica Neue"/>
                <a:sym typeface="Helvetica Neue"/>
              </a:defRPr>
            </a:lvl6pPr>
            <a:lvl7pPr indent="0" lvl="6" marL="0" algn="r">
              <a:spcBef>
                <a:spcPts val="0"/>
              </a:spcBef>
              <a:buNone/>
              <a:defRPr b="0" i="0" sz="800" u="none" cap="none" strike="noStrike">
                <a:solidFill>
                  <a:schemeClr val="lt1"/>
                </a:solidFill>
                <a:latin typeface="Helvetica Neue"/>
                <a:ea typeface="Helvetica Neue"/>
                <a:cs typeface="Helvetica Neue"/>
                <a:sym typeface="Helvetica Neue"/>
              </a:defRPr>
            </a:lvl7pPr>
            <a:lvl8pPr indent="0" lvl="7" marL="0" algn="r">
              <a:spcBef>
                <a:spcPts val="0"/>
              </a:spcBef>
              <a:buNone/>
              <a:defRPr b="0" i="0" sz="800" u="none" cap="none" strike="noStrike">
                <a:solidFill>
                  <a:schemeClr val="lt1"/>
                </a:solidFill>
                <a:latin typeface="Helvetica Neue"/>
                <a:ea typeface="Helvetica Neue"/>
                <a:cs typeface="Helvetica Neue"/>
                <a:sym typeface="Helvetica Neue"/>
              </a:defRPr>
            </a:lvl8pPr>
            <a:lvl9pPr indent="0" lvl="8" marL="0" algn="r">
              <a:spcBef>
                <a:spcPts val="0"/>
              </a:spcBef>
              <a:buNone/>
              <a:defRPr b="0" i="0" sz="800" u="none" cap="none" strike="noStrike">
                <a:solidFill>
                  <a:schemeClr val="lt1"/>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6" name="Shape 126"/>
        <p:cNvGrpSpPr/>
        <p:nvPr/>
      </p:nvGrpSpPr>
      <p:grpSpPr>
        <a:xfrm>
          <a:off x="0" y="0"/>
          <a:ext cx="0" cy="0"/>
          <a:chOff x="0" y="0"/>
          <a:chExt cx="0" cy="0"/>
        </a:xfrm>
      </p:grpSpPr>
      <p:sp>
        <p:nvSpPr>
          <p:cNvPr id="127" name="Google Shape;127;p28"/>
          <p:cNvSpPr txBox="1"/>
          <p:nvPr>
            <p:ph type="title"/>
          </p:nvPr>
        </p:nvSpPr>
        <p:spPr>
          <a:xfrm>
            <a:off x="838200" y="0"/>
            <a:ext cx="10515600" cy="1312744"/>
          </a:xfrm>
          <a:prstGeom prst="rect">
            <a:avLst/>
          </a:prstGeom>
          <a:noFill/>
          <a:ln>
            <a:noFill/>
          </a:ln>
        </p:spPr>
        <p:txBody>
          <a:bodyPr anchorCtr="0" anchor="ctr" bIns="45700" lIns="0" spcFirstLastPara="1" rIns="0" wrap="square" tIns="45700">
            <a:noAutofit/>
          </a:bodyPr>
          <a:lstStyle>
            <a:lvl1pPr lvl="0" algn="l">
              <a:lnSpc>
                <a:spcPct val="90000"/>
              </a:lnSpc>
              <a:spcBef>
                <a:spcPts val="0"/>
              </a:spcBef>
              <a:spcAft>
                <a:spcPts val="0"/>
              </a:spcAft>
              <a:buClr>
                <a:srgbClr val="800000"/>
              </a:buClr>
              <a:buSzPts val="3600"/>
              <a:buFont typeface="Helvetica Neue"/>
              <a:buNone/>
              <a:defRPr b="0" i="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8" name="Google Shape;128;p28"/>
          <p:cNvSpPr txBox="1"/>
          <p:nvPr>
            <p:ph idx="12" type="sldNum"/>
          </p:nvPr>
        </p:nvSpPr>
        <p:spPr>
          <a:xfrm>
            <a:off x="8610601" y="6459132"/>
            <a:ext cx="3432387"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800" u="none" cap="none" strike="noStrike">
                <a:solidFill>
                  <a:schemeClr val="lt1"/>
                </a:solidFill>
                <a:latin typeface="Helvetica Neue"/>
                <a:ea typeface="Helvetica Neue"/>
                <a:cs typeface="Helvetica Neue"/>
                <a:sym typeface="Helvetica Neue"/>
              </a:defRPr>
            </a:lvl1pPr>
            <a:lvl2pPr indent="0" lvl="1" marL="0" algn="r">
              <a:spcBef>
                <a:spcPts val="0"/>
              </a:spcBef>
              <a:buNone/>
              <a:defRPr b="0" i="0" sz="800" u="none" cap="none" strike="noStrike">
                <a:solidFill>
                  <a:schemeClr val="lt1"/>
                </a:solidFill>
                <a:latin typeface="Helvetica Neue"/>
                <a:ea typeface="Helvetica Neue"/>
                <a:cs typeface="Helvetica Neue"/>
                <a:sym typeface="Helvetica Neue"/>
              </a:defRPr>
            </a:lvl2pPr>
            <a:lvl3pPr indent="0" lvl="2" marL="0" algn="r">
              <a:spcBef>
                <a:spcPts val="0"/>
              </a:spcBef>
              <a:buNone/>
              <a:defRPr b="0" i="0" sz="800" u="none" cap="none" strike="noStrike">
                <a:solidFill>
                  <a:schemeClr val="lt1"/>
                </a:solidFill>
                <a:latin typeface="Helvetica Neue"/>
                <a:ea typeface="Helvetica Neue"/>
                <a:cs typeface="Helvetica Neue"/>
                <a:sym typeface="Helvetica Neue"/>
              </a:defRPr>
            </a:lvl3pPr>
            <a:lvl4pPr indent="0" lvl="3" marL="0" algn="r">
              <a:spcBef>
                <a:spcPts val="0"/>
              </a:spcBef>
              <a:buNone/>
              <a:defRPr b="0" i="0" sz="800" u="none" cap="none" strike="noStrike">
                <a:solidFill>
                  <a:schemeClr val="lt1"/>
                </a:solidFill>
                <a:latin typeface="Helvetica Neue"/>
                <a:ea typeface="Helvetica Neue"/>
                <a:cs typeface="Helvetica Neue"/>
                <a:sym typeface="Helvetica Neue"/>
              </a:defRPr>
            </a:lvl4pPr>
            <a:lvl5pPr indent="0" lvl="4" marL="0" algn="r">
              <a:spcBef>
                <a:spcPts val="0"/>
              </a:spcBef>
              <a:buNone/>
              <a:defRPr b="0" i="0" sz="800" u="none" cap="none" strike="noStrike">
                <a:solidFill>
                  <a:schemeClr val="lt1"/>
                </a:solidFill>
                <a:latin typeface="Helvetica Neue"/>
                <a:ea typeface="Helvetica Neue"/>
                <a:cs typeface="Helvetica Neue"/>
                <a:sym typeface="Helvetica Neue"/>
              </a:defRPr>
            </a:lvl5pPr>
            <a:lvl6pPr indent="0" lvl="5" marL="0" algn="r">
              <a:spcBef>
                <a:spcPts val="0"/>
              </a:spcBef>
              <a:buNone/>
              <a:defRPr b="0" i="0" sz="800" u="none" cap="none" strike="noStrike">
                <a:solidFill>
                  <a:schemeClr val="lt1"/>
                </a:solidFill>
                <a:latin typeface="Helvetica Neue"/>
                <a:ea typeface="Helvetica Neue"/>
                <a:cs typeface="Helvetica Neue"/>
                <a:sym typeface="Helvetica Neue"/>
              </a:defRPr>
            </a:lvl6pPr>
            <a:lvl7pPr indent="0" lvl="6" marL="0" algn="r">
              <a:spcBef>
                <a:spcPts val="0"/>
              </a:spcBef>
              <a:buNone/>
              <a:defRPr b="0" i="0" sz="800" u="none" cap="none" strike="noStrike">
                <a:solidFill>
                  <a:schemeClr val="lt1"/>
                </a:solidFill>
                <a:latin typeface="Helvetica Neue"/>
                <a:ea typeface="Helvetica Neue"/>
                <a:cs typeface="Helvetica Neue"/>
                <a:sym typeface="Helvetica Neue"/>
              </a:defRPr>
            </a:lvl7pPr>
            <a:lvl8pPr indent="0" lvl="7" marL="0" algn="r">
              <a:spcBef>
                <a:spcPts val="0"/>
              </a:spcBef>
              <a:buNone/>
              <a:defRPr b="0" i="0" sz="800" u="none" cap="none" strike="noStrike">
                <a:solidFill>
                  <a:schemeClr val="lt1"/>
                </a:solidFill>
                <a:latin typeface="Helvetica Neue"/>
                <a:ea typeface="Helvetica Neue"/>
                <a:cs typeface="Helvetica Neue"/>
                <a:sym typeface="Helvetica Neue"/>
              </a:defRPr>
            </a:lvl8pPr>
            <a:lvl9pPr indent="0" lvl="8" marL="0" algn="r">
              <a:spcBef>
                <a:spcPts val="0"/>
              </a:spcBef>
              <a:buNone/>
              <a:defRPr b="0" i="0" sz="800" u="none" cap="none" strike="noStrike">
                <a:solidFill>
                  <a:schemeClr val="lt1"/>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9" name="Shape 129"/>
        <p:cNvGrpSpPr/>
        <p:nvPr/>
      </p:nvGrpSpPr>
      <p:grpSpPr>
        <a:xfrm>
          <a:off x="0" y="0"/>
          <a:ext cx="0" cy="0"/>
          <a:chOff x="0" y="0"/>
          <a:chExt cx="0" cy="0"/>
        </a:xfrm>
      </p:grpSpPr>
      <p:sp>
        <p:nvSpPr>
          <p:cNvPr id="130" name="Google Shape;130;p29"/>
          <p:cNvSpPr txBox="1"/>
          <p:nvPr>
            <p:ph idx="12" type="sldNum"/>
          </p:nvPr>
        </p:nvSpPr>
        <p:spPr>
          <a:xfrm>
            <a:off x="8610601" y="6459132"/>
            <a:ext cx="3432387"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800" u="none" cap="none" strike="noStrike">
                <a:solidFill>
                  <a:schemeClr val="lt1"/>
                </a:solidFill>
                <a:latin typeface="Helvetica Neue"/>
                <a:ea typeface="Helvetica Neue"/>
                <a:cs typeface="Helvetica Neue"/>
                <a:sym typeface="Helvetica Neue"/>
              </a:defRPr>
            </a:lvl1pPr>
            <a:lvl2pPr indent="0" lvl="1" marL="0" algn="r">
              <a:spcBef>
                <a:spcPts val="0"/>
              </a:spcBef>
              <a:buNone/>
              <a:defRPr b="0" i="0" sz="800" u="none" cap="none" strike="noStrike">
                <a:solidFill>
                  <a:schemeClr val="lt1"/>
                </a:solidFill>
                <a:latin typeface="Helvetica Neue"/>
                <a:ea typeface="Helvetica Neue"/>
                <a:cs typeface="Helvetica Neue"/>
                <a:sym typeface="Helvetica Neue"/>
              </a:defRPr>
            </a:lvl2pPr>
            <a:lvl3pPr indent="0" lvl="2" marL="0" algn="r">
              <a:spcBef>
                <a:spcPts val="0"/>
              </a:spcBef>
              <a:buNone/>
              <a:defRPr b="0" i="0" sz="800" u="none" cap="none" strike="noStrike">
                <a:solidFill>
                  <a:schemeClr val="lt1"/>
                </a:solidFill>
                <a:latin typeface="Helvetica Neue"/>
                <a:ea typeface="Helvetica Neue"/>
                <a:cs typeface="Helvetica Neue"/>
                <a:sym typeface="Helvetica Neue"/>
              </a:defRPr>
            </a:lvl3pPr>
            <a:lvl4pPr indent="0" lvl="3" marL="0" algn="r">
              <a:spcBef>
                <a:spcPts val="0"/>
              </a:spcBef>
              <a:buNone/>
              <a:defRPr b="0" i="0" sz="800" u="none" cap="none" strike="noStrike">
                <a:solidFill>
                  <a:schemeClr val="lt1"/>
                </a:solidFill>
                <a:latin typeface="Helvetica Neue"/>
                <a:ea typeface="Helvetica Neue"/>
                <a:cs typeface="Helvetica Neue"/>
                <a:sym typeface="Helvetica Neue"/>
              </a:defRPr>
            </a:lvl4pPr>
            <a:lvl5pPr indent="0" lvl="4" marL="0" algn="r">
              <a:spcBef>
                <a:spcPts val="0"/>
              </a:spcBef>
              <a:buNone/>
              <a:defRPr b="0" i="0" sz="800" u="none" cap="none" strike="noStrike">
                <a:solidFill>
                  <a:schemeClr val="lt1"/>
                </a:solidFill>
                <a:latin typeface="Helvetica Neue"/>
                <a:ea typeface="Helvetica Neue"/>
                <a:cs typeface="Helvetica Neue"/>
                <a:sym typeface="Helvetica Neue"/>
              </a:defRPr>
            </a:lvl5pPr>
            <a:lvl6pPr indent="0" lvl="5" marL="0" algn="r">
              <a:spcBef>
                <a:spcPts val="0"/>
              </a:spcBef>
              <a:buNone/>
              <a:defRPr b="0" i="0" sz="800" u="none" cap="none" strike="noStrike">
                <a:solidFill>
                  <a:schemeClr val="lt1"/>
                </a:solidFill>
                <a:latin typeface="Helvetica Neue"/>
                <a:ea typeface="Helvetica Neue"/>
                <a:cs typeface="Helvetica Neue"/>
                <a:sym typeface="Helvetica Neue"/>
              </a:defRPr>
            </a:lvl6pPr>
            <a:lvl7pPr indent="0" lvl="6" marL="0" algn="r">
              <a:spcBef>
                <a:spcPts val="0"/>
              </a:spcBef>
              <a:buNone/>
              <a:defRPr b="0" i="0" sz="800" u="none" cap="none" strike="noStrike">
                <a:solidFill>
                  <a:schemeClr val="lt1"/>
                </a:solidFill>
                <a:latin typeface="Helvetica Neue"/>
                <a:ea typeface="Helvetica Neue"/>
                <a:cs typeface="Helvetica Neue"/>
                <a:sym typeface="Helvetica Neue"/>
              </a:defRPr>
            </a:lvl7pPr>
            <a:lvl8pPr indent="0" lvl="7" marL="0" algn="r">
              <a:spcBef>
                <a:spcPts val="0"/>
              </a:spcBef>
              <a:buNone/>
              <a:defRPr b="0" i="0" sz="800" u="none" cap="none" strike="noStrike">
                <a:solidFill>
                  <a:schemeClr val="lt1"/>
                </a:solidFill>
                <a:latin typeface="Helvetica Neue"/>
                <a:ea typeface="Helvetica Neue"/>
                <a:cs typeface="Helvetica Neue"/>
                <a:sym typeface="Helvetica Neue"/>
              </a:defRPr>
            </a:lvl8pPr>
            <a:lvl9pPr indent="0" lvl="8" marL="0" algn="r">
              <a:spcBef>
                <a:spcPts val="0"/>
              </a:spcBef>
              <a:buNone/>
              <a:defRPr b="0" i="0" sz="800" u="none" cap="none" strike="noStrike">
                <a:solidFill>
                  <a:schemeClr val="lt1"/>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p:cSld name="Picture with Caption">
    <p:spTree>
      <p:nvGrpSpPr>
        <p:cNvPr id="131" name="Shape 131"/>
        <p:cNvGrpSpPr/>
        <p:nvPr/>
      </p:nvGrpSpPr>
      <p:grpSpPr>
        <a:xfrm>
          <a:off x="0" y="0"/>
          <a:ext cx="0" cy="0"/>
          <a:chOff x="0" y="0"/>
          <a:chExt cx="0" cy="0"/>
        </a:xfrm>
      </p:grpSpPr>
      <p:sp>
        <p:nvSpPr>
          <p:cNvPr id="132" name="Google Shape;132;p30"/>
          <p:cNvSpPr/>
          <p:nvPr>
            <p:ph idx="2" type="pic"/>
          </p:nvPr>
        </p:nvSpPr>
        <p:spPr>
          <a:xfrm>
            <a:off x="838200" y="1811871"/>
            <a:ext cx="7315200" cy="4049183"/>
          </a:xfrm>
          <a:prstGeom prst="rect">
            <a:avLst/>
          </a:prstGeom>
          <a:noFill/>
          <a:ln>
            <a:noFill/>
          </a:ln>
        </p:spPr>
      </p:sp>
      <p:sp>
        <p:nvSpPr>
          <p:cNvPr id="133" name="Google Shape;133;p30"/>
          <p:cNvSpPr txBox="1"/>
          <p:nvPr>
            <p:ph idx="1" type="body"/>
          </p:nvPr>
        </p:nvSpPr>
        <p:spPr>
          <a:xfrm>
            <a:off x="8610600" y="1811868"/>
            <a:ext cx="2743200" cy="4057121"/>
          </a:xfrm>
          <a:prstGeom prst="rect">
            <a:avLst/>
          </a:prstGeom>
          <a:noFill/>
          <a:ln>
            <a:noFill/>
          </a:ln>
        </p:spPr>
        <p:txBody>
          <a:bodyPr anchorCtr="0" anchor="t" bIns="45700" lIns="0" spcFirstLastPara="1" rIns="0" wrap="square" tIns="45700">
            <a:noAutofit/>
          </a:bodyPr>
          <a:lstStyle>
            <a:lvl1pPr indent="-228600" lvl="0" marL="457200" algn="l">
              <a:lnSpc>
                <a:spcPct val="90000"/>
              </a:lnSpc>
              <a:spcBef>
                <a:spcPts val="1000"/>
              </a:spcBef>
              <a:spcAft>
                <a:spcPts val="0"/>
              </a:spcAft>
              <a:buSzPts val="1200"/>
              <a:buNone/>
              <a:defRPr b="0" i="0" sz="1200"/>
            </a:lvl1pPr>
            <a:lvl2pPr indent="-228600" lvl="1" marL="914400" algn="l">
              <a:lnSpc>
                <a:spcPct val="90000"/>
              </a:lnSpc>
              <a:spcBef>
                <a:spcPts val="500"/>
              </a:spcBef>
              <a:spcAft>
                <a:spcPts val="0"/>
              </a:spcAft>
              <a:buSzPts val="1050"/>
              <a:buNone/>
              <a:defRPr sz="1050"/>
            </a:lvl2pPr>
            <a:lvl3pPr indent="-228600" lvl="2" marL="1371600" algn="l">
              <a:lnSpc>
                <a:spcPct val="90000"/>
              </a:lnSpc>
              <a:spcBef>
                <a:spcPts val="500"/>
              </a:spcBef>
              <a:spcAft>
                <a:spcPts val="0"/>
              </a:spcAft>
              <a:buSzPts val="900"/>
              <a:buNone/>
              <a:defRPr sz="900"/>
            </a:lvl3pPr>
            <a:lvl4pPr indent="-228600" lvl="3" marL="1828800" algn="l">
              <a:lnSpc>
                <a:spcPct val="90000"/>
              </a:lnSpc>
              <a:spcBef>
                <a:spcPts val="500"/>
              </a:spcBef>
              <a:spcAft>
                <a:spcPts val="0"/>
              </a:spcAft>
              <a:buSzPts val="750"/>
              <a:buNone/>
              <a:defRPr sz="750"/>
            </a:lvl4pPr>
            <a:lvl5pPr indent="-228600" lvl="4" marL="2286000" algn="l">
              <a:lnSpc>
                <a:spcPct val="90000"/>
              </a:lnSpc>
              <a:spcBef>
                <a:spcPts val="500"/>
              </a:spcBef>
              <a:spcAft>
                <a:spcPts val="0"/>
              </a:spcAft>
              <a:buSzPts val="750"/>
              <a:buNone/>
              <a:defRPr sz="750"/>
            </a:lvl5pPr>
            <a:lvl6pPr indent="-228600" lvl="5" marL="2743200" algn="l">
              <a:lnSpc>
                <a:spcPct val="90000"/>
              </a:lnSpc>
              <a:spcBef>
                <a:spcPts val="500"/>
              </a:spcBef>
              <a:spcAft>
                <a:spcPts val="0"/>
              </a:spcAft>
              <a:buClr>
                <a:schemeClr val="dk1"/>
              </a:buClr>
              <a:buSzPts val="750"/>
              <a:buNone/>
              <a:defRPr sz="750"/>
            </a:lvl6pPr>
            <a:lvl7pPr indent="-228600" lvl="6" marL="3200400" algn="l">
              <a:lnSpc>
                <a:spcPct val="90000"/>
              </a:lnSpc>
              <a:spcBef>
                <a:spcPts val="500"/>
              </a:spcBef>
              <a:spcAft>
                <a:spcPts val="0"/>
              </a:spcAft>
              <a:buClr>
                <a:schemeClr val="dk1"/>
              </a:buClr>
              <a:buSzPts val="750"/>
              <a:buNone/>
              <a:defRPr sz="750"/>
            </a:lvl7pPr>
            <a:lvl8pPr indent="-228600" lvl="7" marL="3657600" algn="l">
              <a:lnSpc>
                <a:spcPct val="90000"/>
              </a:lnSpc>
              <a:spcBef>
                <a:spcPts val="500"/>
              </a:spcBef>
              <a:spcAft>
                <a:spcPts val="0"/>
              </a:spcAft>
              <a:buClr>
                <a:schemeClr val="dk1"/>
              </a:buClr>
              <a:buSzPts val="750"/>
              <a:buNone/>
              <a:defRPr sz="750"/>
            </a:lvl8pPr>
            <a:lvl9pPr indent="-228600" lvl="8" marL="4114800" algn="l">
              <a:lnSpc>
                <a:spcPct val="90000"/>
              </a:lnSpc>
              <a:spcBef>
                <a:spcPts val="500"/>
              </a:spcBef>
              <a:spcAft>
                <a:spcPts val="0"/>
              </a:spcAft>
              <a:buClr>
                <a:schemeClr val="dk1"/>
              </a:buClr>
              <a:buSzPts val="750"/>
              <a:buNone/>
              <a:defRPr sz="750"/>
            </a:lvl9pPr>
          </a:lstStyle>
          <a:p/>
        </p:txBody>
      </p:sp>
      <p:sp>
        <p:nvSpPr>
          <p:cNvPr id="134" name="Google Shape;134;p30"/>
          <p:cNvSpPr txBox="1"/>
          <p:nvPr>
            <p:ph idx="12" type="sldNum"/>
          </p:nvPr>
        </p:nvSpPr>
        <p:spPr>
          <a:xfrm>
            <a:off x="8610601" y="6459132"/>
            <a:ext cx="3432387"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800" u="none" cap="none" strike="noStrike">
                <a:solidFill>
                  <a:schemeClr val="lt1"/>
                </a:solidFill>
                <a:latin typeface="Helvetica Neue"/>
                <a:ea typeface="Helvetica Neue"/>
                <a:cs typeface="Helvetica Neue"/>
                <a:sym typeface="Helvetica Neue"/>
              </a:defRPr>
            </a:lvl1pPr>
            <a:lvl2pPr indent="0" lvl="1" marL="0" algn="r">
              <a:spcBef>
                <a:spcPts val="0"/>
              </a:spcBef>
              <a:buNone/>
              <a:defRPr b="0" i="0" sz="800" u="none" cap="none" strike="noStrike">
                <a:solidFill>
                  <a:schemeClr val="lt1"/>
                </a:solidFill>
                <a:latin typeface="Helvetica Neue"/>
                <a:ea typeface="Helvetica Neue"/>
                <a:cs typeface="Helvetica Neue"/>
                <a:sym typeface="Helvetica Neue"/>
              </a:defRPr>
            </a:lvl2pPr>
            <a:lvl3pPr indent="0" lvl="2" marL="0" algn="r">
              <a:spcBef>
                <a:spcPts val="0"/>
              </a:spcBef>
              <a:buNone/>
              <a:defRPr b="0" i="0" sz="800" u="none" cap="none" strike="noStrike">
                <a:solidFill>
                  <a:schemeClr val="lt1"/>
                </a:solidFill>
                <a:latin typeface="Helvetica Neue"/>
                <a:ea typeface="Helvetica Neue"/>
                <a:cs typeface="Helvetica Neue"/>
                <a:sym typeface="Helvetica Neue"/>
              </a:defRPr>
            </a:lvl3pPr>
            <a:lvl4pPr indent="0" lvl="3" marL="0" algn="r">
              <a:spcBef>
                <a:spcPts val="0"/>
              </a:spcBef>
              <a:buNone/>
              <a:defRPr b="0" i="0" sz="800" u="none" cap="none" strike="noStrike">
                <a:solidFill>
                  <a:schemeClr val="lt1"/>
                </a:solidFill>
                <a:latin typeface="Helvetica Neue"/>
                <a:ea typeface="Helvetica Neue"/>
                <a:cs typeface="Helvetica Neue"/>
                <a:sym typeface="Helvetica Neue"/>
              </a:defRPr>
            </a:lvl4pPr>
            <a:lvl5pPr indent="0" lvl="4" marL="0" algn="r">
              <a:spcBef>
                <a:spcPts val="0"/>
              </a:spcBef>
              <a:buNone/>
              <a:defRPr b="0" i="0" sz="800" u="none" cap="none" strike="noStrike">
                <a:solidFill>
                  <a:schemeClr val="lt1"/>
                </a:solidFill>
                <a:latin typeface="Helvetica Neue"/>
                <a:ea typeface="Helvetica Neue"/>
                <a:cs typeface="Helvetica Neue"/>
                <a:sym typeface="Helvetica Neue"/>
              </a:defRPr>
            </a:lvl5pPr>
            <a:lvl6pPr indent="0" lvl="5" marL="0" algn="r">
              <a:spcBef>
                <a:spcPts val="0"/>
              </a:spcBef>
              <a:buNone/>
              <a:defRPr b="0" i="0" sz="800" u="none" cap="none" strike="noStrike">
                <a:solidFill>
                  <a:schemeClr val="lt1"/>
                </a:solidFill>
                <a:latin typeface="Helvetica Neue"/>
                <a:ea typeface="Helvetica Neue"/>
                <a:cs typeface="Helvetica Neue"/>
                <a:sym typeface="Helvetica Neue"/>
              </a:defRPr>
            </a:lvl6pPr>
            <a:lvl7pPr indent="0" lvl="6" marL="0" algn="r">
              <a:spcBef>
                <a:spcPts val="0"/>
              </a:spcBef>
              <a:buNone/>
              <a:defRPr b="0" i="0" sz="800" u="none" cap="none" strike="noStrike">
                <a:solidFill>
                  <a:schemeClr val="lt1"/>
                </a:solidFill>
                <a:latin typeface="Helvetica Neue"/>
                <a:ea typeface="Helvetica Neue"/>
                <a:cs typeface="Helvetica Neue"/>
                <a:sym typeface="Helvetica Neue"/>
              </a:defRPr>
            </a:lvl7pPr>
            <a:lvl8pPr indent="0" lvl="7" marL="0" algn="r">
              <a:spcBef>
                <a:spcPts val="0"/>
              </a:spcBef>
              <a:buNone/>
              <a:defRPr b="0" i="0" sz="800" u="none" cap="none" strike="noStrike">
                <a:solidFill>
                  <a:schemeClr val="lt1"/>
                </a:solidFill>
                <a:latin typeface="Helvetica Neue"/>
                <a:ea typeface="Helvetica Neue"/>
                <a:cs typeface="Helvetica Neue"/>
                <a:sym typeface="Helvetica Neue"/>
              </a:defRPr>
            </a:lvl8pPr>
            <a:lvl9pPr indent="0" lvl="8" marL="0" algn="r">
              <a:spcBef>
                <a:spcPts val="0"/>
              </a:spcBef>
              <a:buNone/>
              <a:defRPr b="0" i="0" sz="800" u="none" cap="none" strike="noStrike">
                <a:solidFill>
                  <a:schemeClr val="lt1"/>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US"/>
              <a:t>‹#›</a:t>
            </a:fld>
            <a:endParaRPr/>
          </a:p>
        </p:txBody>
      </p:sp>
      <p:sp>
        <p:nvSpPr>
          <p:cNvPr id="135" name="Google Shape;135;p30"/>
          <p:cNvSpPr txBox="1"/>
          <p:nvPr>
            <p:ph type="title"/>
          </p:nvPr>
        </p:nvSpPr>
        <p:spPr>
          <a:xfrm>
            <a:off x="838200" y="0"/>
            <a:ext cx="10515600" cy="1312744"/>
          </a:xfrm>
          <a:prstGeom prst="rect">
            <a:avLst/>
          </a:prstGeom>
          <a:noFill/>
          <a:ln>
            <a:noFill/>
          </a:ln>
        </p:spPr>
        <p:txBody>
          <a:bodyPr anchorCtr="0" anchor="ctr" bIns="45700" lIns="0" spcFirstLastPara="1" rIns="0" wrap="square" tIns="45700">
            <a:noAutofit/>
          </a:bodyPr>
          <a:lstStyle>
            <a:lvl1pPr lvl="0" algn="l">
              <a:lnSpc>
                <a:spcPct val="90000"/>
              </a:lnSpc>
              <a:spcBef>
                <a:spcPts val="0"/>
              </a:spcBef>
              <a:spcAft>
                <a:spcPts val="0"/>
              </a:spcAft>
              <a:buClr>
                <a:srgbClr val="800000"/>
              </a:buClr>
              <a:buSzPts val="3600"/>
              <a:buFont typeface="Helvetica Neue"/>
              <a:buNone/>
              <a:defRPr b="0" i="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0" Type="http://schemas.openxmlformats.org/officeDocument/2006/relationships/theme" Target="../theme/theme2.xml"/><Relationship Id="rId1" Type="http://schemas.openxmlformats.org/officeDocument/2006/relationships/image" Target="../media/image18.png"/><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 name="Google Shape;8;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9" name="Google Shape;9;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 name="Google Shape;10;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7" name="Shape 87"/>
        <p:cNvGrpSpPr/>
        <p:nvPr/>
      </p:nvGrpSpPr>
      <p:grpSpPr>
        <a:xfrm>
          <a:off x="0" y="0"/>
          <a:ext cx="0" cy="0"/>
          <a:chOff x="0" y="0"/>
          <a:chExt cx="0" cy="0"/>
        </a:xfrm>
      </p:grpSpPr>
      <p:sp>
        <p:nvSpPr>
          <p:cNvPr id="88" name="Google Shape;88;p11"/>
          <p:cNvSpPr/>
          <p:nvPr/>
        </p:nvSpPr>
        <p:spPr>
          <a:xfrm>
            <a:off x="0" y="6400222"/>
            <a:ext cx="12192000" cy="466344"/>
          </a:xfrm>
          <a:prstGeom prst="rect">
            <a:avLst/>
          </a:prstGeom>
          <a:solidFill>
            <a:srgbClr val="80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lt1"/>
              </a:solidFill>
              <a:latin typeface="Helvetica Neue"/>
              <a:ea typeface="Helvetica Neue"/>
              <a:cs typeface="Helvetica Neue"/>
              <a:sym typeface="Helvetica Neue"/>
            </a:endParaRPr>
          </a:p>
        </p:txBody>
      </p:sp>
      <p:cxnSp>
        <p:nvCxnSpPr>
          <p:cNvPr id="89" name="Google Shape;89;p11"/>
          <p:cNvCxnSpPr/>
          <p:nvPr/>
        </p:nvCxnSpPr>
        <p:spPr>
          <a:xfrm>
            <a:off x="0" y="6395648"/>
            <a:ext cx="12192000" cy="0"/>
          </a:xfrm>
          <a:prstGeom prst="straightConnector1">
            <a:avLst/>
          </a:prstGeom>
          <a:noFill/>
          <a:ln cap="flat" cmpd="sng" w="9525">
            <a:solidFill>
              <a:srgbClr val="D6D6CE"/>
            </a:solidFill>
            <a:prstDash val="solid"/>
            <a:miter lim="800000"/>
            <a:headEnd len="sm" w="sm" type="none"/>
            <a:tailEnd len="sm" w="sm" type="none"/>
          </a:ln>
        </p:spPr>
      </p:cxnSp>
      <p:sp>
        <p:nvSpPr>
          <p:cNvPr id="90" name="Google Shape;90;p11"/>
          <p:cNvSpPr txBox="1"/>
          <p:nvPr>
            <p:ph type="title"/>
          </p:nvPr>
        </p:nvSpPr>
        <p:spPr>
          <a:xfrm>
            <a:off x="838200" y="0"/>
            <a:ext cx="10515600" cy="1312744"/>
          </a:xfrm>
          <a:prstGeom prst="rect">
            <a:avLst/>
          </a:prstGeom>
          <a:noFill/>
          <a:ln>
            <a:noFill/>
          </a:ln>
        </p:spPr>
        <p:txBody>
          <a:bodyPr anchorCtr="0" anchor="ctr" bIns="45700" lIns="0" spcFirstLastPara="1" rIns="0" wrap="square" tIns="45700">
            <a:noAutofit/>
          </a:bodyPr>
          <a:lstStyle>
            <a:lvl1pPr lvl="0" marR="0" rtl="0" algn="l">
              <a:lnSpc>
                <a:spcPct val="90000"/>
              </a:lnSpc>
              <a:spcBef>
                <a:spcPts val="0"/>
              </a:spcBef>
              <a:spcAft>
                <a:spcPts val="0"/>
              </a:spcAft>
              <a:buClr>
                <a:srgbClr val="800000"/>
              </a:buClr>
              <a:buSzPts val="3600"/>
              <a:buFont typeface="Helvetica Neue"/>
              <a:buNone/>
              <a:defRPr b="0" i="0" sz="3600" u="none" cap="none" strike="noStrike">
                <a:solidFill>
                  <a:srgbClr val="800000"/>
                </a:solidFill>
                <a:latin typeface="Helvetica Neue"/>
                <a:ea typeface="Helvetica Neue"/>
                <a:cs typeface="Helvetica Neue"/>
                <a:sym typeface="Helvetica Neu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1" name="Google Shape;91;p11"/>
          <p:cNvSpPr txBox="1"/>
          <p:nvPr>
            <p:ph idx="1" type="body"/>
          </p:nvPr>
        </p:nvSpPr>
        <p:spPr>
          <a:xfrm>
            <a:off x="838200" y="1534136"/>
            <a:ext cx="10515600" cy="4429492"/>
          </a:xfrm>
          <a:prstGeom prst="rect">
            <a:avLst/>
          </a:prstGeom>
          <a:noFill/>
          <a:ln>
            <a:noFill/>
          </a:ln>
        </p:spPr>
        <p:txBody>
          <a:bodyPr anchorCtr="0" anchor="t" bIns="45700" lIns="0" spcFirstLastPara="1" rIns="0" wrap="square" tIns="45700">
            <a:noAutofit/>
          </a:bodyPr>
          <a:lstStyle>
            <a:lvl1pPr indent="-381000" lvl="0" marL="457200" marR="0" rtl="0" algn="l">
              <a:lnSpc>
                <a:spcPct val="90000"/>
              </a:lnSpc>
              <a:spcBef>
                <a:spcPts val="1000"/>
              </a:spcBef>
              <a:spcAft>
                <a:spcPts val="0"/>
              </a:spcAft>
              <a:buClr>
                <a:srgbClr val="800000"/>
              </a:buClr>
              <a:buSzPts val="2400"/>
              <a:buFont typeface="Arial"/>
              <a:buChar char="•"/>
              <a:defRPr b="0" i="0" sz="2400" u="none" cap="none" strike="noStrike">
                <a:solidFill>
                  <a:schemeClr val="dk1"/>
                </a:solidFill>
                <a:latin typeface="Helvetica Neue"/>
                <a:ea typeface="Helvetica Neue"/>
                <a:cs typeface="Helvetica Neue"/>
                <a:sym typeface="Helvetica Neue"/>
              </a:defRPr>
            </a:lvl1pPr>
            <a:lvl2pPr indent="-355600" lvl="1" marL="914400" marR="0" rtl="0" algn="l">
              <a:lnSpc>
                <a:spcPct val="90000"/>
              </a:lnSpc>
              <a:spcBef>
                <a:spcPts val="500"/>
              </a:spcBef>
              <a:spcAft>
                <a:spcPts val="0"/>
              </a:spcAft>
              <a:buClr>
                <a:srgbClr val="800000"/>
              </a:buClr>
              <a:buSzPts val="2000"/>
              <a:buFont typeface="Arial"/>
              <a:buChar char="•"/>
              <a:defRPr b="0" i="0" sz="2000" u="none" cap="none" strike="noStrike">
                <a:solidFill>
                  <a:schemeClr val="dk1"/>
                </a:solidFill>
                <a:latin typeface="Helvetica Neue"/>
                <a:ea typeface="Helvetica Neue"/>
                <a:cs typeface="Helvetica Neue"/>
                <a:sym typeface="Helvetica Neue"/>
              </a:defRPr>
            </a:lvl2pPr>
            <a:lvl3pPr indent="-342900" lvl="2" marL="1371600" marR="0" rtl="0" algn="l">
              <a:lnSpc>
                <a:spcPct val="90000"/>
              </a:lnSpc>
              <a:spcBef>
                <a:spcPts val="500"/>
              </a:spcBef>
              <a:spcAft>
                <a:spcPts val="0"/>
              </a:spcAft>
              <a:buClr>
                <a:srgbClr val="800000"/>
              </a:buClr>
              <a:buSzPts val="1800"/>
              <a:buFont typeface="Arial"/>
              <a:buChar char="•"/>
              <a:defRPr b="0" i="0" sz="1800" u="none" cap="none" strike="noStrike">
                <a:solidFill>
                  <a:schemeClr val="dk1"/>
                </a:solidFill>
                <a:latin typeface="Helvetica Neue"/>
                <a:ea typeface="Helvetica Neue"/>
                <a:cs typeface="Helvetica Neue"/>
                <a:sym typeface="Helvetica Neue"/>
              </a:defRPr>
            </a:lvl3pPr>
            <a:lvl4pPr indent="-330200" lvl="3" marL="1828800" marR="0" rtl="0" algn="l">
              <a:lnSpc>
                <a:spcPct val="90000"/>
              </a:lnSpc>
              <a:spcBef>
                <a:spcPts val="500"/>
              </a:spcBef>
              <a:spcAft>
                <a:spcPts val="0"/>
              </a:spcAft>
              <a:buClr>
                <a:srgbClr val="800000"/>
              </a:buClr>
              <a:buSzPts val="1600"/>
              <a:buFont typeface="Arial"/>
              <a:buChar char="•"/>
              <a:defRPr b="0" i="0" sz="1600" u="none" cap="none" strike="noStrike">
                <a:solidFill>
                  <a:schemeClr val="dk1"/>
                </a:solidFill>
                <a:latin typeface="Helvetica Neue"/>
                <a:ea typeface="Helvetica Neue"/>
                <a:cs typeface="Helvetica Neue"/>
                <a:sym typeface="Helvetica Neue"/>
              </a:defRPr>
            </a:lvl4pPr>
            <a:lvl5pPr indent="-317500" lvl="4" marL="2286000" marR="0" rtl="0" algn="l">
              <a:lnSpc>
                <a:spcPct val="90000"/>
              </a:lnSpc>
              <a:spcBef>
                <a:spcPts val="500"/>
              </a:spcBef>
              <a:spcAft>
                <a:spcPts val="0"/>
              </a:spcAft>
              <a:buClr>
                <a:srgbClr val="800000"/>
              </a:buClr>
              <a:buSzPts val="1400"/>
              <a:buFont typeface="Arial"/>
              <a:buChar char="•"/>
              <a:defRPr b="0" i="0" sz="1400" u="none" cap="none" strike="noStrike">
                <a:solidFill>
                  <a:schemeClr val="dk1"/>
                </a:solidFill>
                <a:latin typeface="Helvetica Neue"/>
                <a:ea typeface="Helvetica Neue"/>
                <a:cs typeface="Helvetica Neue"/>
                <a:sym typeface="Helvetica Neue"/>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92" name="Google Shape;92;p11"/>
          <p:cNvSpPr txBox="1"/>
          <p:nvPr>
            <p:ph idx="12" type="sldNum"/>
          </p:nvPr>
        </p:nvSpPr>
        <p:spPr>
          <a:xfrm>
            <a:off x="8610601" y="6459132"/>
            <a:ext cx="3432387"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800" u="none" cap="none" strike="noStrike">
                <a:solidFill>
                  <a:schemeClr val="lt1"/>
                </a:solidFill>
                <a:latin typeface="Helvetica Neue"/>
                <a:ea typeface="Helvetica Neue"/>
                <a:cs typeface="Helvetica Neue"/>
                <a:sym typeface="Helvetica Neue"/>
              </a:defRPr>
            </a:lvl1pPr>
            <a:lvl2pPr indent="0" lvl="1" marL="0" marR="0" rtl="0" algn="r">
              <a:spcBef>
                <a:spcPts val="0"/>
              </a:spcBef>
              <a:buNone/>
              <a:defRPr b="0" i="0" sz="800" u="none" cap="none" strike="noStrike">
                <a:solidFill>
                  <a:schemeClr val="lt1"/>
                </a:solidFill>
                <a:latin typeface="Helvetica Neue"/>
                <a:ea typeface="Helvetica Neue"/>
                <a:cs typeface="Helvetica Neue"/>
                <a:sym typeface="Helvetica Neue"/>
              </a:defRPr>
            </a:lvl2pPr>
            <a:lvl3pPr indent="0" lvl="2" marL="0" marR="0" rtl="0" algn="r">
              <a:spcBef>
                <a:spcPts val="0"/>
              </a:spcBef>
              <a:buNone/>
              <a:defRPr b="0" i="0" sz="800" u="none" cap="none" strike="noStrike">
                <a:solidFill>
                  <a:schemeClr val="lt1"/>
                </a:solidFill>
                <a:latin typeface="Helvetica Neue"/>
                <a:ea typeface="Helvetica Neue"/>
                <a:cs typeface="Helvetica Neue"/>
                <a:sym typeface="Helvetica Neue"/>
              </a:defRPr>
            </a:lvl3pPr>
            <a:lvl4pPr indent="0" lvl="3" marL="0" marR="0" rtl="0" algn="r">
              <a:spcBef>
                <a:spcPts val="0"/>
              </a:spcBef>
              <a:buNone/>
              <a:defRPr b="0" i="0" sz="800" u="none" cap="none" strike="noStrike">
                <a:solidFill>
                  <a:schemeClr val="lt1"/>
                </a:solidFill>
                <a:latin typeface="Helvetica Neue"/>
                <a:ea typeface="Helvetica Neue"/>
                <a:cs typeface="Helvetica Neue"/>
                <a:sym typeface="Helvetica Neue"/>
              </a:defRPr>
            </a:lvl4pPr>
            <a:lvl5pPr indent="0" lvl="4" marL="0" marR="0" rtl="0" algn="r">
              <a:spcBef>
                <a:spcPts val="0"/>
              </a:spcBef>
              <a:buNone/>
              <a:defRPr b="0" i="0" sz="800" u="none" cap="none" strike="noStrike">
                <a:solidFill>
                  <a:schemeClr val="lt1"/>
                </a:solidFill>
                <a:latin typeface="Helvetica Neue"/>
                <a:ea typeface="Helvetica Neue"/>
                <a:cs typeface="Helvetica Neue"/>
                <a:sym typeface="Helvetica Neue"/>
              </a:defRPr>
            </a:lvl5pPr>
            <a:lvl6pPr indent="0" lvl="5" marL="0" marR="0" rtl="0" algn="r">
              <a:spcBef>
                <a:spcPts val="0"/>
              </a:spcBef>
              <a:buNone/>
              <a:defRPr b="0" i="0" sz="800" u="none" cap="none" strike="noStrike">
                <a:solidFill>
                  <a:schemeClr val="lt1"/>
                </a:solidFill>
                <a:latin typeface="Helvetica Neue"/>
                <a:ea typeface="Helvetica Neue"/>
                <a:cs typeface="Helvetica Neue"/>
                <a:sym typeface="Helvetica Neue"/>
              </a:defRPr>
            </a:lvl6pPr>
            <a:lvl7pPr indent="0" lvl="6" marL="0" marR="0" rtl="0" algn="r">
              <a:spcBef>
                <a:spcPts val="0"/>
              </a:spcBef>
              <a:buNone/>
              <a:defRPr b="0" i="0" sz="800" u="none" cap="none" strike="noStrike">
                <a:solidFill>
                  <a:schemeClr val="lt1"/>
                </a:solidFill>
                <a:latin typeface="Helvetica Neue"/>
                <a:ea typeface="Helvetica Neue"/>
                <a:cs typeface="Helvetica Neue"/>
                <a:sym typeface="Helvetica Neue"/>
              </a:defRPr>
            </a:lvl7pPr>
            <a:lvl8pPr indent="0" lvl="7" marL="0" marR="0" rtl="0" algn="r">
              <a:spcBef>
                <a:spcPts val="0"/>
              </a:spcBef>
              <a:buNone/>
              <a:defRPr b="0" i="0" sz="800" u="none" cap="none" strike="noStrike">
                <a:solidFill>
                  <a:schemeClr val="lt1"/>
                </a:solidFill>
                <a:latin typeface="Helvetica Neue"/>
                <a:ea typeface="Helvetica Neue"/>
                <a:cs typeface="Helvetica Neue"/>
                <a:sym typeface="Helvetica Neue"/>
              </a:defRPr>
            </a:lvl8pPr>
            <a:lvl9pPr indent="0" lvl="8" marL="0" marR="0" rtl="0" algn="r">
              <a:spcBef>
                <a:spcPts val="0"/>
              </a:spcBef>
              <a:buNone/>
              <a:defRPr b="0" i="0" sz="800" u="none" cap="none" strike="noStrike">
                <a:solidFill>
                  <a:schemeClr val="lt1"/>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US"/>
              <a:t>‹#›</a:t>
            </a:fld>
            <a:endParaRPr/>
          </a:p>
        </p:txBody>
      </p:sp>
      <p:pic>
        <p:nvPicPr>
          <p:cNvPr id="93" name="Google Shape;93;p11"/>
          <p:cNvPicPr preferRelativeResize="0"/>
          <p:nvPr/>
        </p:nvPicPr>
        <p:blipFill rotWithShape="1">
          <a:blip r:embed="rId1">
            <a:alphaModFix/>
          </a:blip>
          <a:srcRect b="0" l="0" r="0" t="0"/>
          <a:stretch/>
        </p:blipFill>
        <p:spPr>
          <a:xfrm>
            <a:off x="536713" y="6401337"/>
            <a:ext cx="2844942" cy="47548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12.gif"/><Relationship Id="rId4" Type="http://schemas.openxmlformats.org/officeDocument/2006/relationships/image" Target="../media/image9.jpg"/><Relationship Id="rId5" Type="http://schemas.openxmlformats.org/officeDocument/2006/relationships/image" Target="../media/image19.jpg"/><Relationship Id="rId6" Type="http://schemas.openxmlformats.org/officeDocument/2006/relationships/image" Target="../media/image1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6.png"/></Relationships>
</file>

<file path=ppt/slides/_rels/slide6.xml.rels><?xml version="1.0" encoding="UTF-8" standalone="yes"?><Relationships xmlns="http://schemas.openxmlformats.org/package/2006/relationships"><Relationship Id="rId10" Type="http://schemas.openxmlformats.org/officeDocument/2006/relationships/image" Target="../media/image8.png"/><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1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2.png"/><Relationship Id="rId7" Type="http://schemas.openxmlformats.org/officeDocument/2006/relationships/image" Target="../media/image11.png"/><Relationship Id="rId8"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hyperlink" Target="http://drive.google.com/file/d/1UoOGNYpOkE4_mNDDedYg8ZS_cwcaBush/view" TargetMode="Externa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
          <p:cNvSpPr txBox="1"/>
          <p:nvPr>
            <p:ph type="ctrTitle"/>
          </p:nvPr>
        </p:nvSpPr>
        <p:spPr>
          <a:xfrm>
            <a:off x="950579" y="1293181"/>
            <a:ext cx="6352674" cy="23876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800000"/>
              </a:buClr>
              <a:buSzPts val="4800"/>
              <a:buFont typeface="Arial"/>
              <a:buNone/>
            </a:pPr>
            <a:r>
              <a:rPr b="1" lang="en-US">
                <a:solidFill>
                  <a:srgbClr val="800000"/>
                </a:solidFill>
                <a:latin typeface="Arial"/>
                <a:ea typeface="Arial"/>
                <a:cs typeface="Arial"/>
                <a:sym typeface="Arial"/>
              </a:rPr>
              <a:t>Iron Count</a:t>
            </a:r>
            <a:endParaRPr>
              <a:latin typeface="Arial"/>
              <a:ea typeface="Arial"/>
              <a:cs typeface="Arial"/>
              <a:sym typeface="Arial"/>
            </a:endParaRPr>
          </a:p>
        </p:txBody>
      </p:sp>
      <p:sp>
        <p:nvSpPr>
          <p:cNvPr id="141" name="Google Shape;141;p1"/>
          <p:cNvSpPr txBox="1"/>
          <p:nvPr/>
        </p:nvSpPr>
        <p:spPr>
          <a:xfrm>
            <a:off x="950578" y="4215162"/>
            <a:ext cx="8613551" cy="1804638"/>
          </a:xfrm>
          <a:prstGeom prst="rect">
            <a:avLst/>
          </a:prstGeom>
          <a:noFill/>
          <a:ln>
            <a:noFill/>
          </a:ln>
        </p:spPr>
        <p:txBody>
          <a:bodyPr anchorCtr="0" anchor="t" bIns="45700" lIns="91425" spcFirstLastPara="1" rIns="91425" wrap="square" tIns="45700">
            <a:normAutofit fontScale="62500" lnSpcReduction="20000"/>
          </a:bodyPr>
          <a:lstStyle/>
          <a:p>
            <a:pPr indent="0" lvl="0" marL="0" marR="0" rtl="0" algn="l">
              <a:lnSpc>
                <a:spcPct val="120000"/>
              </a:lnSpc>
              <a:spcBef>
                <a:spcPts val="0"/>
              </a:spcBef>
              <a:spcAft>
                <a:spcPts val="0"/>
              </a:spcAft>
              <a:buClr>
                <a:srgbClr val="000000"/>
              </a:buClr>
              <a:buSzPct val="157143"/>
              <a:buFont typeface="Arial"/>
              <a:buNone/>
            </a:pPr>
            <a:r>
              <a:t/>
            </a:r>
            <a:endParaRPr/>
          </a:p>
          <a:p>
            <a:pPr indent="0" lvl="0" marL="0" marR="0" rtl="0" algn="l">
              <a:lnSpc>
                <a:spcPct val="120000"/>
              </a:lnSpc>
              <a:spcBef>
                <a:spcPts val="0"/>
              </a:spcBef>
              <a:spcAft>
                <a:spcPts val="0"/>
              </a:spcAft>
              <a:buClr>
                <a:schemeClr val="accent1"/>
              </a:buClr>
              <a:buSzPct val="100000"/>
              <a:buFont typeface="Helvetica Neue"/>
              <a:buNone/>
            </a:pPr>
            <a:r>
              <a:rPr b="1" lang="en-US" sz="2200"/>
              <a:t>Mobile Workout Classifier and Rep Counter</a:t>
            </a:r>
            <a:endParaRPr b="1" sz="2200"/>
          </a:p>
          <a:p>
            <a:pPr indent="0" lvl="0" marL="0" marR="0" rtl="0" algn="l">
              <a:lnSpc>
                <a:spcPct val="120000"/>
              </a:lnSpc>
              <a:spcBef>
                <a:spcPts val="0"/>
              </a:spcBef>
              <a:spcAft>
                <a:spcPts val="0"/>
              </a:spcAft>
              <a:buClr>
                <a:schemeClr val="accent1"/>
              </a:buClr>
              <a:buSzPct val="100000"/>
              <a:buFont typeface="Helvetica Neue"/>
              <a:buNone/>
            </a:pPr>
            <a:r>
              <a:t/>
            </a:r>
            <a:endParaRPr b="1" sz="2200"/>
          </a:p>
          <a:p>
            <a:pPr indent="0" lvl="0" marL="0" marR="0" rtl="0" algn="l">
              <a:lnSpc>
                <a:spcPct val="120000"/>
              </a:lnSpc>
              <a:spcBef>
                <a:spcPts val="0"/>
              </a:spcBef>
              <a:spcAft>
                <a:spcPts val="0"/>
              </a:spcAft>
              <a:buClr>
                <a:schemeClr val="accent1"/>
              </a:buClr>
              <a:buSzPct val="100000"/>
              <a:buFont typeface="Helvetica Neue"/>
              <a:buNone/>
            </a:pPr>
            <a:r>
              <a:rPr b="1" lang="en-US" sz="2200"/>
              <a:t>Aren Mizuno, Devyani Rastogi, Kennedy Damtse, Rohan Muralidhar</a:t>
            </a:r>
            <a:endParaRPr b="1" sz="2200"/>
          </a:p>
          <a:p>
            <a:pPr indent="0" lvl="0" marL="0" marR="0" rtl="0" algn="l">
              <a:lnSpc>
                <a:spcPct val="120000"/>
              </a:lnSpc>
              <a:spcBef>
                <a:spcPts val="0"/>
              </a:spcBef>
              <a:spcAft>
                <a:spcPts val="0"/>
              </a:spcAft>
              <a:buClr>
                <a:schemeClr val="accent1"/>
              </a:buClr>
              <a:buSzPct val="100000"/>
              <a:buFont typeface="Helvetica Neue"/>
              <a:buNone/>
            </a:pPr>
            <a:r>
              <a:t/>
            </a:r>
            <a:endParaRPr b="1" sz="2200"/>
          </a:p>
          <a:p>
            <a:pPr indent="0" lvl="0" marL="0" marR="0" rtl="0" algn="l">
              <a:lnSpc>
                <a:spcPct val="120000"/>
              </a:lnSpc>
              <a:spcBef>
                <a:spcPts val="0"/>
              </a:spcBef>
              <a:spcAft>
                <a:spcPts val="0"/>
              </a:spcAft>
              <a:buClr>
                <a:schemeClr val="accent1"/>
              </a:buClr>
              <a:buSzPct val="100000"/>
              <a:buFont typeface="Helvetica Neue"/>
              <a:buNone/>
            </a:pPr>
            <a:r>
              <a:rPr b="1" lang="en-US" sz="2200"/>
              <a:t>Spring 2026</a:t>
            </a:r>
            <a:endParaRPr b="1" sz="2200"/>
          </a:p>
          <a:p>
            <a:pPr indent="0" lvl="0" marL="0" marR="0" rtl="0" algn="l">
              <a:lnSpc>
                <a:spcPct val="120000"/>
              </a:lnSpc>
              <a:spcBef>
                <a:spcPts val="0"/>
              </a:spcBef>
              <a:spcAft>
                <a:spcPts val="0"/>
              </a:spcAft>
              <a:buClr>
                <a:schemeClr val="accent1"/>
              </a:buClr>
              <a:buSzPct val="100000"/>
              <a:buFont typeface="Helvetica Neue"/>
              <a:buNone/>
            </a:pPr>
            <a:r>
              <a:t/>
            </a:r>
            <a:endParaRPr b="0" i="0" sz="4800" u="none" cap="none" strike="noStrike">
              <a:solidFill>
                <a:srgbClr val="000000"/>
              </a:solidFill>
              <a:latin typeface="Arial"/>
              <a:ea typeface="Arial"/>
              <a:cs typeface="Arial"/>
              <a:sym typeface="Arial"/>
            </a:endParaRPr>
          </a:p>
        </p:txBody>
      </p:sp>
      <p:sp>
        <p:nvSpPr>
          <p:cNvPr id="142" name="Google Shape;142;p1"/>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sp>
        <p:nvSpPr>
          <p:cNvPr id="143" name="Google Shape;143;p1"/>
          <p:cNvSpPr txBox="1"/>
          <p:nvPr>
            <p:ph idx="4294967295" type="sldNum"/>
          </p:nvPr>
        </p:nvSpPr>
        <p:spPr>
          <a:xfrm>
            <a:off x="86216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
          <p:cNvSpPr txBox="1"/>
          <p:nvPr>
            <p:ph type="title"/>
          </p:nvPr>
        </p:nvSpPr>
        <p:spPr>
          <a:xfrm>
            <a:off x="838199" y="0"/>
            <a:ext cx="10515600" cy="1312744"/>
          </a:xfrm>
          <a:prstGeom prst="rect">
            <a:avLst/>
          </a:prstGeom>
          <a:noFill/>
          <a:ln>
            <a:noFill/>
          </a:ln>
        </p:spPr>
        <p:txBody>
          <a:bodyPr anchorCtr="0" anchor="ctr" bIns="45700" lIns="0" spcFirstLastPara="1" rIns="0" wrap="square" tIns="45700">
            <a:noAutofit/>
          </a:bodyPr>
          <a:lstStyle/>
          <a:p>
            <a:pPr indent="0" lvl="0" marL="0" rtl="0" algn="l">
              <a:lnSpc>
                <a:spcPct val="90000"/>
              </a:lnSpc>
              <a:spcBef>
                <a:spcPts val="0"/>
              </a:spcBef>
              <a:spcAft>
                <a:spcPts val="0"/>
              </a:spcAft>
              <a:buClr>
                <a:srgbClr val="800000"/>
              </a:buClr>
              <a:buSzPts val="3600"/>
              <a:buFont typeface="Arial"/>
              <a:buNone/>
            </a:pPr>
            <a:r>
              <a:rPr b="1" lang="en-US">
                <a:latin typeface="Arial"/>
                <a:ea typeface="Arial"/>
                <a:cs typeface="Arial"/>
                <a:sym typeface="Arial"/>
              </a:rPr>
              <a:t>Table of Contents</a:t>
            </a:r>
            <a:endParaRPr/>
          </a:p>
        </p:txBody>
      </p:sp>
      <p:sp>
        <p:nvSpPr>
          <p:cNvPr id="149" name="Google Shape;149;p2"/>
          <p:cNvSpPr txBox="1"/>
          <p:nvPr>
            <p:ph idx="12" type="sldNum"/>
          </p:nvPr>
        </p:nvSpPr>
        <p:spPr>
          <a:xfrm>
            <a:off x="8621618" y="6448113"/>
            <a:ext cx="3432387"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150" name="Google Shape;150;p2"/>
          <p:cNvSpPr txBox="1"/>
          <p:nvPr>
            <p:ph idx="1" type="body"/>
          </p:nvPr>
        </p:nvSpPr>
        <p:spPr>
          <a:xfrm>
            <a:off x="838200" y="1027250"/>
            <a:ext cx="7783500" cy="5325600"/>
          </a:xfrm>
          <a:prstGeom prst="rect">
            <a:avLst/>
          </a:prstGeom>
          <a:noFill/>
          <a:ln>
            <a:noFill/>
          </a:ln>
        </p:spPr>
        <p:txBody>
          <a:bodyPr anchorCtr="0" anchor="ctr" bIns="45700" lIns="91425" spcFirstLastPara="1" rIns="91425" wrap="square" tIns="45700">
            <a:spAutoFit/>
          </a:bodyPr>
          <a:lstStyle/>
          <a:p>
            <a:pPr indent="-342900" lvl="0" marL="342900" marR="0" rtl="0" algn="l">
              <a:lnSpc>
                <a:spcPct val="200000"/>
              </a:lnSpc>
              <a:spcBef>
                <a:spcPts val="0"/>
              </a:spcBef>
              <a:spcAft>
                <a:spcPts val="0"/>
              </a:spcAft>
              <a:buClr>
                <a:schemeClr val="accent1"/>
              </a:buClr>
              <a:buSzPts val="2000"/>
              <a:buFont typeface="Arial"/>
              <a:buAutoNum type="arabicPeriod"/>
            </a:pPr>
            <a:r>
              <a:rPr b="1" lang="en-US" sz="2000">
                <a:latin typeface="Arial"/>
                <a:ea typeface="Arial"/>
                <a:cs typeface="Arial"/>
                <a:sym typeface="Arial"/>
              </a:rPr>
              <a:t>Meet the Team</a:t>
            </a:r>
            <a:endParaRPr/>
          </a:p>
          <a:p>
            <a:pPr indent="-342900" lvl="0" marL="342900" marR="0" rtl="0" algn="l">
              <a:lnSpc>
                <a:spcPct val="200000"/>
              </a:lnSpc>
              <a:spcBef>
                <a:spcPts val="0"/>
              </a:spcBef>
              <a:spcAft>
                <a:spcPts val="0"/>
              </a:spcAft>
              <a:buClr>
                <a:schemeClr val="accent1"/>
              </a:buClr>
              <a:buSzPts val="2000"/>
              <a:buFont typeface="Arial"/>
              <a:buAutoNum type="arabicPeriod"/>
            </a:pPr>
            <a:r>
              <a:rPr b="1" lang="en-US" sz="2000">
                <a:latin typeface="Arial"/>
                <a:ea typeface="Arial"/>
                <a:cs typeface="Arial"/>
                <a:sym typeface="Arial"/>
              </a:rPr>
              <a:t>Business Problem</a:t>
            </a:r>
            <a:endParaRPr/>
          </a:p>
          <a:p>
            <a:pPr indent="-342900" lvl="0" marL="342900" marR="0" rtl="0" algn="l">
              <a:lnSpc>
                <a:spcPct val="200000"/>
              </a:lnSpc>
              <a:spcBef>
                <a:spcPts val="0"/>
              </a:spcBef>
              <a:spcAft>
                <a:spcPts val="0"/>
              </a:spcAft>
              <a:buClr>
                <a:schemeClr val="accent1"/>
              </a:buClr>
              <a:buSzPts val="2000"/>
              <a:buFont typeface="Arial"/>
              <a:buAutoNum type="arabicPeriod"/>
            </a:pPr>
            <a:r>
              <a:rPr b="1" lang="en-US" sz="2000">
                <a:latin typeface="Arial"/>
                <a:ea typeface="Arial"/>
                <a:cs typeface="Arial"/>
                <a:sym typeface="Arial"/>
              </a:rPr>
              <a:t>Exploratory Data Analysis</a:t>
            </a:r>
            <a:endParaRPr/>
          </a:p>
          <a:p>
            <a:pPr indent="-342900" lvl="0" marL="342900" marR="0" rtl="0" algn="l">
              <a:lnSpc>
                <a:spcPct val="200000"/>
              </a:lnSpc>
              <a:spcBef>
                <a:spcPts val="0"/>
              </a:spcBef>
              <a:spcAft>
                <a:spcPts val="0"/>
              </a:spcAft>
              <a:buClr>
                <a:schemeClr val="accent1"/>
              </a:buClr>
              <a:buSzPts val="2000"/>
              <a:buFont typeface="Arial"/>
              <a:buAutoNum type="arabicPeriod"/>
            </a:pPr>
            <a:r>
              <a:rPr b="1" lang="en-US" sz="2000">
                <a:latin typeface="Arial"/>
                <a:ea typeface="Arial"/>
                <a:cs typeface="Arial"/>
                <a:sym typeface="Arial"/>
              </a:rPr>
              <a:t>Pre-Processing</a:t>
            </a:r>
            <a:endParaRPr/>
          </a:p>
          <a:p>
            <a:pPr indent="-342900" lvl="0" marL="342900" marR="0" rtl="0" algn="l">
              <a:lnSpc>
                <a:spcPct val="200000"/>
              </a:lnSpc>
              <a:spcBef>
                <a:spcPts val="0"/>
              </a:spcBef>
              <a:spcAft>
                <a:spcPts val="0"/>
              </a:spcAft>
              <a:buClr>
                <a:schemeClr val="accent1"/>
              </a:buClr>
              <a:buSzPts val="2000"/>
              <a:buFont typeface="Arial"/>
              <a:buAutoNum type="arabicPeriod"/>
            </a:pPr>
            <a:r>
              <a:rPr b="1" lang="en-US" sz="2000">
                <a:latin typeface="Arial"/>
                <a:ea typeface="Arial"/>
                <a:cs typeface="Arial"/>
                <a:sym typeface="Arial"/>
              </a:rPr>
              <a:t>Classification Solution &amp; Results</a:t>
            </a:r>
            <a:endParaRPr b="1" sz="2000">
              <a:latin typeface="Arial"/>
              <a:ea typeface="Arial"/>
              <a:cs typeface="Arial"/>
              <a:sym typeface="Arial"/>
            </a:endParaRPr>
          </a:p>
          <a:p>
            <a:pPr indent="-342900" lvl="0" marL="342900" marR="0" rtl="0" algn="l">
              <a:lnSpc>
                <a:spcPct val="200000"/>
              </a:lnSpc>
              <a:spcBef>
                <a:spcPts val="0"/>
              </a:spcBef>
              <a:spcAft>
                <a:spcPts val="0"/>
              </a:spcAft>
              <a:buClr>
                <a:schemeClr val="accent1"/>
              </a:buClr>
              <a:buSzPts val="2000"/>
              <a:buFont typeface="Arial"/>
              <a:buAutoNum type="arabicPeriod"/>
            </a:pPr>
            <a:r>
              <a:rPr b="1" lang="en-US" sz="2000">
                <a:latin typeface="Arial"/>
                <a:ea typeface="Arial"/>
                <a:cs typeface="Arial"/>
                <a:sym typeface="Arial"/>
              </a:rPr>
              <a:t>Rep Counting Solution &amp; Results</a:t>
            </a:r>
            <a:endParaRPr b="1" sz="2000">
              <a:latin typeface="Arial"/>
              <a:ea typeface="Arial"/>
              <a:cs typeface="Arial"/>
              <a:sym typeface="Arial"/>
            </a:endParaRPr>
          </a:p>
          <a:p>
            <a:pPr indent="-342900" lvl="0" marL="342900" marR="0" rtl="0" algn="l">
              <a:lnSpc>
                <a:spcPct val="200000"/>
              </a:lnSpc>
              <a:spcBef>
                <a:spcPts val="0"/>
              </a:spcBef>
              <a:spcAft>
                <a:spcPts val="0"/>
              </a:spcAft>
              <a:buClr>
                <a:schemeClr val="accent1"/>
              </a:buClr>
              <a:buSzPts val="2000"/>
              <a:buFont typeface="Arial"/>
              <a:buAutoNum type="arabicPeriod"/>
            </a:pPr>
            <a:r>
              <a:rPr b="1" lang="en-US" sz="2000">
                <a:latin typeface="Arial"/>
                <a:ea typeface="Arial"/>
                <a:cs typeface="Arial"/>
                <a:sym typeface="Arial"/>
              </a:rPr>
              <a:t>Application Architecture and Demo</a:t>
            </a:r>
            <a:endParaRPr b="1" sz="2000">
              <a:latin typeface="Arial"/>
              <a:ea typeface="Arial"/>
              <a:cs typeface="Arial"/>
              <a:sym typeface="Arial"/>
            </a:endParaRPr>
          </a:p>
          <a:p>
            <a:pPr indent="-342900" lvl="0" marL="342900" marR="0" rtl="0" algn="l">
              <a:lnSpc>
                <a:spcPct val="200000"/>
              </a:lnSpc>
              <a:spcBef>
                <a:spcPts val="0"/>
              </a:spcBef>
              <a:spcAft>
                <a:spcPts val="0"/>
              </a:spcAft>
              <a:buClr>
                <a:schemeClr val="accent1"/>
              </a:buClr>
              <a:buSzPts val="2000"/>
              <a:buFont typeface="Arial"/>
              <a:buAutoNum type="arabicPeriod"/>
            </a:pPr>
            <a:r>
              <a:rPr b="1" lang="en-US" sz="2000">
                <a:latin typeface="Arial"/>
                <a:ea typeface="Arial"/>
                <a:cs typeface="Arial"/>
                <a:sym typeface="Arial"/>
              </a:rPr>
              <a:t>Challenges</a:t>
            </a:r>
            <a:endParaRPr b="1" sz="2000">
              <a:latin typeface="Arial"/>
              <a:ea typeface="Arial"/>
              <a:cs typeface="Arial"/>
              <a:sym typeface="Arial"/>
            </a:endParaRPr>
          </a:p>
          <a:p>
            <a:pPr indent="-342900" lvl="0" marL="342900" marR="0" rtl="0" algn="l">
              <a:lnSpc>
                <a:spcPct val="200000"/>
              </a:lnSpc>
              <a:spcBef>
                <a:spcPts val="0"/>
              </a:spcBef>
              <a:spcAft>
                <a:spcPts val="0"/>
              </a:spcAft>
              <a:buClr>
                <a:schemeClr val="accent1"/>
              </a:buClr>
              <a:buSzPts val="2000"/>
              <a:buFont typeface="Arial"/>
              <a:buAutoNum type="arabicPeriod"/>
            </a:pPr>
            <a:r>
              <a:rPr b="1" lang="en-US" sz="2000">
                <a:latin typeface="Arial"/>
                <a:ea typeface="Arial"/>
                <a:cs typeface="Arial"/>
                <a:sym typeface="Arial"/>
              </a:rPr>
              <a:t>Future Steps</a:t>
            </a:r>
            <a:endParaRPr b="1" sz="2000">
              <a:latin typeface="Arial"/>
              <a:ea typeface="Arial"/>
              <a:cs typeface="Arial"/>
              <a:sym typeface="Arial"/>
            </a:endParaRPr>
          </a:p>
        </p:txBody>
      </p:sp>
      <p:sp>
        <p:nvSpPr>
          <p:cNvPr id="151" name="Google Shape;151;p2"/>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4"/>
          <p:cNvSpPr txBox="1"/>
          <p:nvPr>
            <p:ph type="title"/>
          </p:nvPr>
        </p:nvSpPr>
        <p:spPr>
          <a:xfrm>
            <a:off x="838186" y="144175"/>
            <a:ext cx="10515600" cy="1312800"/>
          </a:xfrm>
          <a:prstGeom prst="rect">
            <a:avLst/>
          </a:prstGeom>
          <a:noFill/>
          <a:ln>
            <a:noFill/>
          </a:ln>
        </p:spPr>
        <p:txBody>
          <a:bodyPr anchorCtr="0" anchor="ctr" bIns="45700" lIns="0" spcFirstLastPara="1" rIns="0" wrap="square" tIns="45700">
            <a:noAutofit/>
          </a:bodyPr>
          <a:lstStyle/>
          <a:p>
            <a:pPr indent="0" lvl="0" marL="0" rtl="0" algn="l">
              <a:spcBef>
                <a:spcPts val="0"/>
              </a:spcBef>
              <a:spcAft>
                <a:spcPts val="0"/>
              </a:spcAft>
              <a:buClr>
                <a:schemeClr val="accent1"/>
              </a:buClr>
              <a:buSzPts val="3600"/>
              <a:buFont typeface="Arial"/>
              <a:buNone/>
            </a:pPr>
            <a:r>
              <a:rPr b="1" lang="en-US">
                <a:solidFill>
                  <a:schemeClr val="accent1"/>
                </a:solidFill>
                <a:latin typeface="Arial"/>
                <a:ea typeface="Arial"/>
                <a:cs typeface="Arial"/>
                <a:sym typeface="Arial"/>
              </a:rPr>
              <a:t>Meet the Team</a:t>
            </a:r>
            <a:endParaRPr>
              <a:solidFill>
                <a:schemeClr val="accent1"/>
              </a:solidFill>
            </a:endParaRPr>
          </a:p>
          <a:p>
            <a:pPr indent="0" lvl="0" marL="0" rtl="0" algn="l">
              <a:lnSpc>
                <a:spcPct val="90000"/>
              </a:lnSpc>
              <a:spcBef>
                <a:spcPts val="0"/>
              </a:spcBef>
              <a:spcAft>
                <a:spcPts val="0"/>
              </a:spcAft>
              <a:buClr>
                <a:srgbClr val="800000"/>
              </a:buClr>
              <a:buSzPts val="3600"/>
              <a:buFont typeface="Arial"/>
              <a:buNone/>
            </a:pPr>
            <a:r>
              <a:t/>
            </a:r>
            <a:endParaRPr sz="2750">
              <a:solidFill>
                <a:srgbClr val="8528CB"/>
              </a:solidFill>
              <a:latin typeface="Libre Baskerville"/>
              <a:ea typeface="Libre Baskerville"/>
              <a:cs typeface="Libre Baskerville"/>
              <a:sym typeface="Libre Baskerville"/>
            </a:endParaRPr>
          </a:p>
        </p:txBody>
      </p:sp>
      <p:sp>
        <p:nvSpPr>
          <p:cNvPr id="157" name="Google Shape;157;p4"/>
          <p:cNvSpPr txBox="1"/>
          <p:nvPr>
            <p:ph idx="12" type="sldNum"/>
          </p:nvPr>
        </p:nvSpPr>
        <p:spPr>
          <a:xfrm>
            <a:off x="8621618" y="6448113"/>
            <a:ext cx="3432387"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158" name="Google Shape;158;p4"/>
          <p:cNvSpPr/>
          <p:nvPr/>
        </p:nvSpPr>
        <p:spPr>
          <a:xfrm>
            <a:off x="6176662" y="3898084"/>
            <a:ext cx="2461500" cy="1929600"/>
          </a:xfrm>
          <a:prstGeom prst="roundRect">
            <a:avLst>
              <a:gd fmla="val 5101" name="adj"/>
            </a:avLst>
          </a:prstGeom>
          <a:solidFill>
            <a:schemeClr val="lt2"/>
          </a:solidFill>
          <a:ln>
            <a:noFill/>
          </a:ln>
        </p:spPr>
        <p:txBody>
          <a:bodyPr anchorCtr="0" anchor="ctr" bIns="121700" lIns="121700" spcFirstLastPara="1" rIns="121700" wrap="square" tIns="121700">
            <a:noAutofit/>
          </a:bodyPr>
          <a:lstStyle/>
          <a:p>
            <a:pPr indent="0" lvl="0" marL="0" rtl="0" algn="l">
              <a:spcBef>
                <a:spcPts val="0"/>
              </a:spcBef>
              <a:spcAft>
                <a:spcPts val="0"/>
              </a:spcAft>
              <a:buNone/>
            </a:pPr>
            <a:r>
              <a:t/>
            </a:r>
            <a:endParaRPr/>
          </a:p>
        </p:txBody>
      </p:sp>
      <p:sp>
        <p:nvSpPr>
          <p:cNvPr id="159" name="Google Shape;159;p4"/>
          <p:cNvSpPr/>
          <p:nvPr/>
        </p:nvSpPr>
        <p:spPr>
          <a:xfrm>
            <a:off x="893775" y="3441500"/>
            <a:ext cx="1578000" cy="2946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49495A"/>
              </a:buClr>
              <a:buSzPts val="1797"/>
              <a:buFont typeface="Libre Baskerville"/>
              <a:buNone/>
            </a:pPr>
            <a:r>
              <a:rPr lang="en-US" sz="2000">
                <a:solidFill>
                  <a:schemeClr val="dk1"/>
                </a:solidFill>
              </a:rPr>
              <a:t>Aren Mizuno</a:t>
            </a:r>
            <a:endParaRPr i="0" sz="2000" u="none" cap="none" strike="noStrike">
              <a:solidFill>
                <a:schemeClr val="dk1"/>
              </a:solidFill>
            </a:endParaRPr>
          </a:p>
        </p:txBody>
      </p:sp>
      <p:sp>
        <p:nvSpPr>
          <p:cNvPr id="160" name="Google Shape;160;p4"/>
          <p:cNvSpPr/>
          <p:nvPr/>
        </p:nvSpPr>
        <p:spPr>
          <a:xfrm>
            <a:off x="3602475" y="3471450"/>
            <a:ext cx="1909200" cy="2946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49495A"/>
              </a:buClr>
              <a:buSzPts val="1797"/>
              <a:buFont typeface="Libre Baskerville"/>
              <a:buNone/>
            </a:pPr>
            <a:r>
              <a:rPr lang="en-US" sz="2000">
                <a:solidFill>
                  <a:schemeClr val="dk1"/>
                </a:solidFill>
              </a:rPr>
              <a:t>Devyani Rastogi</a:t>
            </a:r>
            <a:endParaRPr sz="2000">
              <a:solidFill>
                <a:schemeClr val="dk1"/>
              </a:solidFill>
            </a:endParaRPr>
          </a:p>
        </p:txBody>
      </p:sp>
      <p:sp>
        <p:nvSpPr>
          <p:cNvPr id="161" name="Google Shape;161;p4"/>
          <p:cNvSpPr/>
          <p:nvPr/>
        </p:nvSpPr>
        <p:spPr>
          <a:xfrm>
            <a:off x="6393075" y="3436200"/>
            <a:ext cx="2076600" cy="3651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49495A"/>
              </a:buClr>
              <a:buSzPts val="1797"/>
              <a:buFont typeface="Libre Baskerville"/>
              <a:buNone/>
            </a:pPr>
            <a:r>
              <a:rPr lang="en-US" sz="2000">
                <a:solidFill>
                  <a:schemeClr val="dk1"/>
                </a:solidFill>
              </a:rPr>
              <a:t>Kennedy Damtse</a:t>
            </a:r>
            <a:endParaRPr sz="1797">
              <a:solidFill>
                <a:schemeClr val="dk1"/>
              </a:solidFill>
              <a:latin typeface="Libre Baskerville"/>
              <a:ea typeface="Libre Baskerville"/>
              <a:cs typeface="Libre Baskerville"/>
              <a:sym typeface="Libre Baskerville"/>
            </a:endParaRPr>
          </a:p>
        </p:txBody>
      </p:sp>
      <p:sp>
        <p:nvSpPr>
          <p:cNvPr id="162" name="Google Shape;162;p4"/>
          <p:cNvSpPr/>
          <p:nvPr/>
        </p:nvSpPr>
        <p:spPr>
          <a:xfrm>
            <a:off x="6080500" y="4123825"/>
            <a:ext cx="2420400" cy="1781400"/>
          </a:xfrm>
          <a:prstGeom prst="rect">
            <a:avLst/>
          </a:prstGeom>
          <a:noFill/>
          <a:ln>
            <a:noFill/>
          </a:ln>
        </p:spPr>
        <p:txBody>
          <a:bodyPr anchorCtr="0" anchor="t" bIns="0" lIns="0" spcFirstLastPara="1" rIns="0" wrap="square" tIns="0">
            <a:noAutofit/>
          </a:bodyPr>
          <a:lstStyle/>
          <a:p>
            <a:pPr indent="-300465" lvl="0" marL="457200" marR="0" rtl="0" algn="l">
              <a:lnSpc>
                <a:spcPct val="133000"/>
              </a:lnSpc>
              <a:spcBef>
                <a:spcPts val="0"/>
              </a:spcBef>
              <a:spcAft>
                <a:spcPts val="0"/>
              </a:spcAft>
              <a:buClr>
                <a:schemeClr val="dk1"/>
              </a:buClr>
              <a:buSzPts val="1132"/>
              <a:buChar char="●"/>
            </a:pPr>
            <a:r>
              <a:rPr lang="en-US" sz="1132">
                <a:solidFill>
                  <a:schemeClr val="dk1"/>
                </a:solidFill>
              </a:rPr>
              <a:t>MS Applied Data Science,</a:t>
            </a:r>
            <a:endParaRPr sz="1132">
              <a:solidFill>
                <a:schemeClr val="dk1"/>
              </a:solidFill>
            </a:endParaRPr>
          </a:p>
          <a:p>
            <a:pPr indent="457200" lvl="0" marL="0" marR="0" rtl="0" algn="l">
              <a:lnSpc>
                <a:spcPct val="133000"/>
              </a:lnSpc>
              <a:spcBef>
                <a:spcPts val="0"/>
              </a:spcBef>
              <a:spcAft>
                <a:spcPts val="0"/>
              </a:spcAft>
              <a:buNone/>
            </a:pPr>
            <a:r>
              <a:rPr lang="en-US" sz="1132">
                <a:solidFill>
                  <a:schemeClr val="dk1"/>
                </a:solidFill>
              </a:rPr>
              <a:t>UChicago</a:t>
            </a:r>
            <a:endParaRPr sz="1132">
              <a:solidFill>
                <a:schemeClr val="dk1"/>
              </a:solidFill>
            </a:endParaRPr>
          </a:p>
          <a:p>
            <a:pPr indent="-300465" lvl="0" marL="457200" marR="0" rtl="0" algn="l">
              <a:lnSpc>
                <a:spcPct val="133000"/>
              </a:lnSpc>
              <a:spcBef>
                <a:spcPts val="0"/>
              </a:spcBef>
              <a:spcAft>
                <a:spcPts val="0"/>
              </a:spcAft>
              <a:buClr>
                <a:schemeClr val="dk1"/>
              </a:buClr>
              <a:buSzPts val="1132"/>
              <a:buChar char="●"/>
            </a:pPr>
            <a:r>
              <a:rPr lang="en-US" sz="1132">
                <a:solidFill>
                  <a:schemeClr val="dk1"/>
                </a:solidFill>
              </a:rPr>
              <a:t>BA Political Science &amp; Data Science, The College of Wooster</a:t>
            </a:r>
            <a:endParaRPr sz="1132">
              <a:solidFill>
                <a:schemeClr val="dk1"/>
              </a:solidFill>
            </a:endParaRPr>
          </a:p>
          <a:p>
            <a:pPr indent="-300465" lvl="0" marL="457200" marR="0" rtl="0" algn="l">
              <a:lnSpc>
                <a:spcPct val="133000"/>
              </a:lnSpc>
              <a:spcBef>
                <a:spcPts val="0"/>
              </a:spcBef>
              <a:spcAft>
                <a:spcPts val="0"/>
              </a:spcAft>
              <a:buClr>
                <a:schemeClr val="dk1"/>
              </a:buClr>
              <a:buSzPts val="1132"/>
              <a:buChar char="●"/>
            </a:pPr>
            <a:r>
              <a:rPr lang="en-US" sz="1132">
                <a:solidFill>
                  <a:schemeClr val="dk1"/>
                </a:solidFill>
              </a:rPr>
              <a:t>Data Science Intern, Goodyear</a:t>
            </a:r>
            <a:endParaRPr sz="1132">
              <a:solidFill>
                <a:schemeClr val="dk1"/>
              </a:solidFill>
            </a:endParaRPr>
          </a:p>
        </p:txBody>
      </p:sp>
      <p:sp>
        <p:nvSpPr>
          <p:cNvPr id="163" name="Google Shape;163;p4"/>
          <p:cNvSpPr/>
          <p:nvPr/>
        </p:nvSpPr>
        <p:spPr>
          <a:xfrm>
            <a:off x="9242375" y="3441500"/>
            <a:ext cx="2288100" cy="2946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49495A"/>
              </a:buClr>
              <a:buSzPts val="1797"/>
              <a:buFont typeface="Libre Baskerville"/>
              <a:buNone/>
            </a:pPr>
            <a:r>
              <a:rPr lang="en-US" sz="2000">
                <a:solidFill>
                  <a:schemeClr val="dk1"/>
                </a:solidFill>
              </a:rPr>
              <a:t>Rohan Muralidhar</a:t>
            </a:r>
            <a:endParaRPr i="0" sz="2000" u="none" cap="none" strike="noStrike">
              <a:solidFill>
                <a:schemeClr val="dk1"/>
              </a:solidFill>
            </a:endParaRPr>
          </a:p>
        </p:txBody>
      </p:sp>
      <p:pic>
        <p:nvPicPr>
          <p:cNvPr id="164" name="Google Shape;164;p4" title="tempImagenWLXp5.gif"/>
          <p:cNvPicPr preferRelativeResize="0"/>
          <p:nvPr/>
        </p:nvPicPr>
        <p:blipFill rotWithShape="1">
          <a:blip r:embed="rId3">
            <a:alphaModFix/>
          </a:blip>
          <a:srcRect b="0" l="739" r="739" t="0"/>
          <a:stretch/>
        </p:blipFill>
        <p:spPr>
          <a:xfrm>
            <a:off x="6435515" y="1355010"/>
            <a:ext cx="1991700" cy="1989300"/>
          </a:xfrm>
          <a:prstGeom prst="ellipse">
            <a:avLst/>
          </a:prstGeom>
          <a:noFill/>
          <a:ln>
            <a:noFill/>
          </a:ln>
        </p:spPr>
      </p:pic>
      <p:pic>
        <p:nvPicPr>
          <p:cNvPr id="165" name="Google Shape;165;p4" title="headshot.jpg"/>
          <p:cNvPicPr preferRelativeResize="0"/>
          <p:nvPr/>
        </p:nvPicPr>
        <p:blipFill rotWithShape="1">
          <a:blip r:embed="rId4">
            <a:alphaModFix/>
          </a:blip>
          <a:srcRect b="60" l="0" r="0" t="60"/>
          <a:stretch/>
        </p:blipFill>
        <p:spPr>
          <a:xfrm>
            <a:off x="686929" y="1341291"/>
            <a:ext cx="1991700" cy="1989300"/>
          </a:xfrm>
          <a:prstGeom prst="ellipse">
            <a:avLst/>
          </a:prstGeom>
          <a:noFill/>
          <a:ln>
            <a:noFill/>
          </a:ln>
        </p:spPr>
      </p:pic>
      <p:sp>
        <p:nvSpPr>
          <p:cNvPr id="166" name="Google Shape;166;p4"/>
          <p:cNvSpPr/>
          <p:nvPr/>
        </p:nvSpPr>
        <p:spPr>
          <a:xfrm>
            <a:off x="3314347" y="3898070"/>
            <a:ext cx="2461500" cy="1929600"/>
          </a:xfrm>
          <a:prstGeom prst="roundRect">
            <a:avLst>
              <a:gd fmla="val 5101" name="adj"/>
            </a:avLst>
          </a:prstGeom>
          <a:solidFill>
            <a:schemeClr val="lt2"/>
          </a:solidFill>
          <a:ln>
            <a:noFill/>
          </a:ln>
        </p:spPr>
        <p:txBody>
          <a:bodyPr anchorCtr="0" anchor="ctr" bIns="121700" lIns="121700" spcFirstLastPara="1" rIns="121700" wrap="square" tIns="121700">
            <a:noAutofit/>
          </a:bodyPr>
          <a:lstStyle/>
          <a:p>
            <a:pPr indent="0" lvl="0" marL="0" rtl="0" algn="l">
              <a:spcBef>
                <a:spcPts val="0"/>
              </a:spcBef>
              <a:spcAft>
                <a:spcPts val="0"/>
              </a:spcAft>
              <a:buNone/>
            </a:pPr>
            <a:r>
              <a:t/>
            </a:r>
            <a:endParaRPr/>
          </a:p>
        </p:txBody>
      </p:sp>
      <p:sp>
        <p:nvSpPr>
          <p:cNvPr id="167" name="Google Shape;167;p4"/>
          <p:cNvSpPr/>
          <p:nvPr/>
        </p:nvSpPr>
        <p:spPr>
          <a:xfrm>
            <a:off x="3218178" y="4049488"/>
            <a:ext cx="2420400" cy="1509300"/>
          </a:xfrm>
          <a:prstGeom prst="rect">
            <a:avLst/>
          </a:prstGeom>
          <a:noFill/>
          <a:ln>
            <a:noFill/>
          </a:ln>
        </p:spPr>
        <p:txBody>
          <a:bodyPr anchorCtr="0" anchor="t" bIns="0" lIns="0" spcFirstLastPara="1" rIns="0" wrap="square" tIns="0">
            <a:noAutofit/>
          </a:bodyPr>
          <a:lstStyle/>
          <a:p>
            <a:pPr indent="0" lvl="0" marL="0" marR="0" rtl="0" algn="l">
              <a:lnSpc>
                <a:spcPct val="133000"/>
              </a:lnSpc>
              <a:spcBef>
                <a:spcPts val="0"/>
              </a:spcBef>
              <a:spcAft>
                <a:spcPts val="0"/>
              </a:spcAft>
              <a:buNone/>
            </a:pPr>
            <a:r>
              <a:t/>
            </a:r>
            <a:endParaRPr sz="932">
              <a:solidFill>
                <a:srgbClr val="49495A"/>
              </a:solidFill>
              <a:latin typeface="Open Sans"/>
              <a:ea typeface="Open Sans"/>
              <a:cs typeface="Open Sans"/>
              <a:sym typeface="Open Sans"/>
            </a:endParaRPr>
          </a:p>
        </p:txBody>
      </p:sp>
      <p:sp>
        <p:nvSpPr>
          <p:cNvPr id="168" name="Google Shape;168;p4"/>
          <p:cNvSpPr/>
          <p:nvPr/>
        </p:nvSpPr>
        <p:spPr>
          <a:xfrm>
            <a:off x="452019" y="3898080"/>
            <a:ext cx="2461500" cy="1929600"/>
          </a:xfrm>
          <a:prstGeom prst="roundRect">
            <a:avLst>
              <a:gd fmla="val 5101" name="adj"/>
            </a:avLst>
          </a:prstGeom>
          <a:solidFill>
            <a:schemeClr val="lt2"/>
          </a:solidFill>
          <a:ln>
            <a:noFill/>
          </a:ln>
        </p:spPr>
        <p:txBody>
          <a:bodyPr anchorCtr="0" anchor="ctr" bIns="121700" lIns="121700" spcFirstLastPara="1" rIns="121700" wrap="square" tIns="121700">
            <a:noAutofit/>
          </a:bodyPr>
          <a:lstStyle/>
          <a:p>
            <a:pPr indent="0" lvl="0" marL="0" rtl="0" algn="l">
              <a:spcBef>
                <a:spcPts val="0"/>
              </a:spcBef>
              <a:spcAft>
                <a:spcPts val="0"/>
              </a:spcAft>
              <a:buNone/>
            </a:pPr>
            <a:r>
              <a:t/>
            </a:r>
            <a:endParaRPr/>
          </a:p>
        </p:txBody>
      </p:sp>
      <p:sp>
        <p:nvSpPr>
          <p:cNvPr id="169" name="Google Shape;169;p4"/>
          <p:cNvSpPr/>
          <p:nvPr/>
        </p:nvSpPr>
        <p:spPr>
          <a:xfrm>
            <a:off x="355850" y="4000072"/>
            <a:ext cx="2420400" cy="1509300"/>
          </a:xfrm>
          <a:prstGeom prst="rect">
            <a:avLst/>
          </a:prstGeom>
          <a:noFill/>
          <a:ln>
            <a:noFill/>
          </a:ln>
        </p:spPr>
        <p:txBody>
          <a:bodyPr anchorCtr="0" anchor="t" bIns="0" lIns="0" spcFirstLastPara="1" rIns="0" wrap="square" tIns="0">
            <a:noAutofit/>
          </a:bodyPr>
          <a:lstStyle/>
          <a:p>
            <a:pPr indent="-374131" lvl="0" marL="608561" rtl="0" algn="l">
              <a:lnSpc>
                <a:spcPct val="133000"/>
              </a:lnSpc>
              <a:spcBef>
                <a:spcPts val="0"/>
              </a:spcBef>
              <a:spcAft>
                <a:spcPts val="0"/>
              </a:spcAft>
              <a:buClr>
                <a:schemeClr val="dk1"/>
              </a:buClr>
              <a:buSzPts val="1100"/>
              <a:buChar char="●"/>
            </a:pPr>
            <a:r>
              <a:rPr lang="en-US" sz="1100">
                <a:solidFill>
                  <a:schemeClr val="dk1"/>
                </a:solidFill>
              </a:rPr>
              <a:t>MS Applied Data Science, UChicago</a:t>
            </a:r>
            <a:endParaRPr sz="1100">
              <a:solidFill>
                <a:schemeClr val="dk1"/>
              </a:solidFill>
            </a:endParaRPr>
          </a:p>
          <a:p>
            <a:pPr indent="-374131" lvl="0" marL="608561" rtl="0" algn="l">
              <a:lnSpc>
                <a:spcPct val="133000"/>
              </a:lnSpc>
              <a:spcBef>
                <a:spcPts val="0"/>
              </a:spcBef>
              <a:spcAft>
                <a:spcPts val="0"/>
              </a:spcAft>
              <a:buClr>
                <a:schemeClr val="dk1"/>
              </a:buClr>
              <a:buSzPts val="1100"/>
              <a:buChar char="●"/>
            </a:pPr>
            <a:r>
              <a:rPr lang="en-US" sz="1100">
                <a:solidFill>
                  <a:schemeClr val="dk1"/>
                </a:solidFill>
              </a:rPr>
              <a:t>BA Data Science &amp; Business Economics, UChicago</a:t>
            </a:r>
            <a:endParaRPr sz="1100">
              <a:solidFill>
                <a:schemeClr val="dk1"/>
              </a:solidFill>
            </a:endParaRPr>
          </a:p>
          <a:p>
            <a:pPr indent="-374131" lvl="0" marL="608561" rtl="0" algn="l">
              <a:lnSpc>
                <a:spcPct val="133000"/>
              </a:lnSpc>
              <a:spcBef>
                <a:spcPts val="0"/>
              </a:spcBef>
              <a:spcAft>
                <a:spcPts val="0"/>
              </a:spcAft>
              <a:buClr>
                <a:schemeClr val="dk1"/>
              </a:buClr>
              <a:buSzPts val="1100"/>
              <a:buChar char="●"/>
            </a:pPr>
            <a:r>
              <a:rPr lang="en-US" sz="1100">
                <a:solidFill>
                  <a:schemeClr val="dk1"/>
                </a:solidFill>
              </a:rPr>
              <a:t>Data Science Intern, Actelligent</a:t>
            </a:r>
            <a:endParaRPr sz="1100">
              <a:solidFill>
                <a:schemeClr val="dk1"/>
              </a:solidFill>
            </a:endParaRPr>
          </a:p>
          <a:p>
            <a:pPr indent="-374131" lvl="0" marL="608561" rtl="0" algn="l">
              <a:lnSpc>
                <a:spcPct val="133000"/>
              </a:lnSpc>
              <a:spcBef>
                <a:spcPts val="0"/>
              </a:spcBef>
              <a:spcAft>
                <a:spcPts val="0"/>
              </a:spcAft>
              <a:buClr>
                <a:schemeClr val="dk1"/>
              </a:buClr>
              <a:buSzPts val="1100"/>
              <a:buChar char="●"/>
            </a:pPr>
            <a:r>
              <a:rPr lang="en-US" sz="1100">
                <a:solidFill>
                  <a:schemeClr val="dk1"/>
                </a:solidFill>
              </a:rPr>
              <a:t>Data Science Intern, Morningstar</a:t>
            </a:r>
            <a:endParaRPr sz="1100">
              <a:solidFill>
                <a:schemeClr val="dk1"/>
              </a:solidFill>
            </a:endParaRPr>
          </a:p>
        </p:txBody>
      </p:sp>
      <p:sp>
        <p:nvSpPr>
          <p:cNvPr id="170" name="Google Shape;170;p4"/>
          <p:cNvSpPr/>
          <p:nvPr/>
        </p:nvSpPr>
        <p:spPr>
          <a:xfrm>
            <a:off x="9135054" y="3898067"/>
            <a:ext cx="2461500" cy="1929600"/>
          </a:xfrm>
          <a:prstGeom prst="roundRect">
            <a:avLst>
              <a:gd fmla="val 5101" name="adj"/>
            </a:avLst>
          </a:prstGeom>
          <a:solidFill>
            <a:schemeClr val="lt2"/>
          </a:solidFill>
          <a:ln>
            <a:noFill/>
          </a:ln>
        </p:spPr>
        <p:txBody>
          <a:bodyPr anchorCtr="0" anchor="ctr" bIns="121700" lIns="121700" spcFirstLastPara="1" rIns="121700" wrap="square" tIns="121700">
            <a:noAutofit/>
          </a:bodyPr>
          <a:lstStyle/>
          <a:p>
            <a:pPr indent="0" lvl="0" marL="0" rtl="0" algn="l">
              <a:spcBef>
                <a:spcPts val="0"/>
              </a:spcBef>
              <a:spcAft>
                <a:spcPts val="0"/>
              </a:spcAft>
              <a:buNone/>
            </a:pPr>
            <a:r>
              <a:t/>
            </a:r>
            <a:endParaRPr/>
          </a:p>
        </p:txBody>
      </p:sp>
      <p:sp>
        <p:nvSpPr>
          <p:cNvPr id="171" name="Google Shape;171;p4"/>
          <p:cNvSpPr/>
          <p:nvPr/>
        </p:nvSpPr>
        <p:spPr>
          <a:xfrm>
            <a:off x="9176235" y="4000072"/>
            <a:ext cx="2420400" cy="1509300"/>
          </a:xfrm>
          <a:prstGeom prst="rect">
            <a:avLst/>
          </a:prstGeom>
          <a:noFill/>
          <a:ln>
            <a:noFill/>
          </a:ln>
        </p:spPr>
        <p:txBody>
          <a:bodyPr anchorCtr="0" anchor="t" bIns="0" lIns="0" spcFirstLastPara="1" rIns="0" wrap="square" tIns="0">
            <a:noAutofit/>
          </a:bodyPr>
          <a:lstStyle/>
          <a:p>
            <a:pPr indent="-300465" lvl="0" marL="457200" rtl="0" algn="l">
              <a:lnSpc>
                <a:spcPct val="133000"/>
              </a:lnSpc>
              <a:spcBef>
                <a:spcPts val="0"/>
              </a:spcBef>
              <a:spcAft>
                <a:spcPts val="0"/>
              </a:spcAft>
              <a:buClr>
                <a:schemeClr val="dk1"/>
              </a:buClr>
              <a:buSzPts val="1132"/>
              <a:buChar char="●"/>
            </a:pPr>
            <a:r>
              <a:rPr lang="en-US" sz="1132">
                <a:solidFill>
                  <a:schemeClr val="dk1"/>
                </a:solidFill>
              </a:rPr>
              <a:t>MS Applied Data Science,</a:t>
            </a:r>
            <a:endParaRPr sz="1132">
              <a:solidFill>
                <a:schemeClr val="dk1"/>
              </a:solidFill>
            </a:endParaRPr>
          </a:p>
          <a:p>
            <a:pPr indent="457200" lvl="0" marL="0" rtl="0" algn="l">
              <a:lnSpc>
                <a:spcPct val="133000"/>
              </a:lnSpc>
              <a:spcBef>
                <a:spcPts val="0"/>
              </a:spcBef>
              <a:spcAft>
                <a:spcPts val="0"/>
              </a:spcAft>
              <a:buClr>
                <a:schemeClr val="dk1"/>
              </a:buClr>
              <a:buSzPts val="1100"/>
              <a:buFont typeface="Arial"/>
              <a:buNone/>
            </a:pPr>
            <a:r>
              <a:rPr lang="en-US" sz="1132">
                <a:solidFill>
                  <a:schemeClr val="dk1"/>
                </a:solidFill>
              </a:rPr>
              <a:t>UChicago</a:t>
            </a:r>
            <a:endParaRPr sz="1132">
              <a:solidFill>
                <a:schemeClr val="dk1"/>
              </a:solidFill>
            </a:endParaRPr>
          </a:p>
          <a:p>
            <a:pPr indent="-300465" lvl="0" marL="457200" rtl="0" algn="l">
              <a:lnSpc>
                <a:spcPct val="133000"/>
              </a:lnSpc>
              <a:spcBef>
                <a:spcPts val="0"/>
              </a:spcBef>
              <a:spcAft>
                <a:spcPts val="0"/>
              </a:spcAft>
              <a:buClr>
                <a:schemeClr val="dk1"/>
              </a:buClr>
              <a:buSzPts val="1132"/>
              <a:buChar char="●"/>
            </a:pPr>
            <a:r>
              <a:rPr lang="en-US" sz="1132">
                <a:solidFill>
                  <a:schemeClr val="dk1"/>
                </a:solidFill>
              </a:rPr>
              <a:t>BS Data Science, Purdue University</a:t>
            </a:r>
            <a:endParaRPr sz="1132">
              <a:solidFill>
                <a:schemeClr val="dk1"/>
              </a:solidFill>
            </a:endParaRPr>
          </a:p>
          <a:p>
            <a:pPr indent="-300465" lvl="0" marL="457200" rtl="0" algn="l">
              <a:lnSpc>
                <a:spcPct val="133000"/>
              </a:lnSpc>
              <a:spcBef>
                <a:spcPts val="0"/>
              </a:spcBef>
              <a:spcAft>
                <a:spcPts val="0"/>
              </a:spcAft>
              <a:buClr>
                <a:schemeClr val="dk1"/>
              </a:buClr>
              <a:buSzPts val="1132"/>
              <a:buChar char="●"/>
            </a:pPr>
            <a:r>
              <a:rPr lang="en-US" sz="1132">
                <a:solidFill>
                  <a:schemeClr val="dk1"/>
                </a:solidFill>
              </a:rPr>
              <a:t>AI/ML Intern, Dassault Systemes</a:t>
            </a:r>
            <a:endParaRPr sz="1132">
              <a:solidFill>
                <a:schemeClr val="dk1"/>
              </a:solidFill>
            </a:endParaRPr>
          </a:p>
          <a:p>
            <a:pPr indent="-300465" lvl="0" marL="457200" rtl="0" algn="l">
              <a:lnSpc>
                <a:spcPct val="133000"/>
              </a:lnSpc>
              <a:spcBef>
                <a:spcPts val="0"/>
              </a:spcBef>
              <a:spcAft>
                <a:spcPts val="0"/>
              </a:spcAft>
              <a:buClr>
                <a:schemeClr val="dk1"/>
              </a:buClr>
              <a:buSzPts val="1132"/>
              <a:buChar char="●"/>
            </a:pPr>
            <a:r>
              <a:rPr lang="en-US" sz="1132">
                <a:solidFill>
                  <a:schemeClr val="dk1"/>
                </a:solidFill>
              </a:rPr>
              <a:t>Data Science Intern, Kens Foods</a:t>
            </a:r>
            <a:endParaRPr sz="1132">
              <a:solidFill>
                <a:schemeClr val="dk1"/>
              </a:solidFill>
            </a:endParaRPr>
          </a:p>
        </p:txBody>
      </p:sp>
      <p:pic>
        <p:nvPicPr>
          <p:cNvPr id="172" name="Google Shape;172;p4" title="IMG_5908.jpg"/>
          <p:cNvPicPr preferRelativeResize="0"/>
          <p:nvPr/>
        </p:nvPicPr>
        <p:blipFill rotWithShape="1">
          <a:blip r:embed="rId5">
            <a:alphaModFix/>
          </a:blip>
          <a:srcRect b="33382" l="0" r="0" t="0"/>
          <a:stretch/>
        </p:blipFill>
        <p:spPr>
          <a:xfrm>
            <a:off x="3561229" y="1351766"/>
            <a:ext cx="1991700" cy="1989300"/>
          </a:xfrm>
          <a:prstGeom prst="ellipse">
            <a:avLst/>
          </a:prstGeom>
          <a:noFill/>
          <a:ln>
            <a:noFill/>
          </a:ln>
        </p:spPr>
      </p:pic>
      <p:sp>
        <p:nvSpPr>
          <p:cNvPr id="173" name="Google Shape;173;p4"/>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pic>
        <p:nvPicPr>
          <p:cNvPr id="174" name="Google Shape;174;p4" title="IMG_2430.jpeg"/>
          <p:cNvPicPr preferRelativeResize="0"/>
          <p:nvPr/>
        </p:nvPicPr>
        <p:blipFill rotWithShape="1">
          <a:blip r:embed="rId6">
            <a:alphaModFix/>
          </a:blip>
          <a:srcRect b="1550" l="0" r="0" t="1550"/>
          <a:stretch/>
        </p:blipFill>
        <p:spPr>
          <a:xfrm>
            <a:off x="9273954" y="1263716"/>
            <a:ext cx="1991700" cy="1989300"/>
          </a:xfrm>
          <a:prstGeom prst="ellipse">
            <a:avLst/>
          </a:prstGeom>
          <a:noFill/>
          <a:ln>
            <a:noFill/>
          </a:ln>
        </p:spPr>
      </p:pic>
      <p:sp>
        <p:nvSpPr>
          <p:cNvPr id="175" name="Google Shape;175;p4"/>
          <p:cNvSpPr/>
          <p:nvPr/>
        </p:nvSpPr>
        <p:spPr>
          <a:xfrm>
            <a:off x="3334900" y="4108222"/>
            <a:ext cx="2420400" cy="1509300"/>
          </a:xfrm>
          <a:prstGeom prst="rect">
            <a:avLst/>
          </a:prstGeom>
          <a:noFill/>
          <a:ln>
            <a:noFill/>
          </a:ln>
        </p:spPr>
        <p:txBody>
          <a:bodyPr anchorCtr="0" anchor="t" bIns="0" lIns="0" spcFirstLastPara="1" rIns="0" wrap="square" tIns="0">
            <a:noAutofit/>
          </a:bodyPr>
          <a:lstStyle/>
          <a:p>
            <a:pPr indent="-374131" lvl="0" marL="608561" rtl="0" algn="l">
              <a:lnSpc>
                <a:spcPct val="133000"/>
              </a:lnSpc>
              <a:spcBef>
                <a:spcPts val="0"/>
              </a:spcBef>
              <a:spcAft>
                <a:spcPts val="0"/>
              </a:spcAft>
              <a:buClr>
                <a:schemeClr val="dk1"/>
              </a:buClr>
              <a:buSzPts val="1100"/>
              <a:buChar char="●"/>
            </a:pPr>
            <a:r>
              <a:rPr lang="en-US" sz="1100">
                <a:solidFill>
                  <a:schemeClr val="dk1"/>
                </a:solidFill>
              </a:rPr>
              <a:t>MS Applied Data Science, UChicago</a:t>
            </a:r>
            <a:endParaRPr sz="1100">
              <a:solidFill>
                <a:schemeClr val="dk1"/>
              </a:solidFill>
            </a:endParaRPr>
          </a:p>
          <a:p>
            <a:pPr indent="-374131" lvl="0" marL="608561" rtl="0" algn="l">
              <a:lnSpc>
                <a:spcPct val="133000"/>
              </a:lnSpc>
              <a:spcBef>
                <a:spcPts val="0"/>
              </a:spcBef>
              <a:spcAft>
                <a:spcPts val="0"/>
              </a:spcAft>
              <a:buClr>
                <a:schemeClr val="dk1"/>
              </a:buClr>
              <a:buSzPts val="1100"/>
              <a:buChar char="●"/>
            </a:pPr>
            <a:r>
              <a:rPr lang="en-US" sz="1100">
                <a:solidFill>
                  <a:schemeClr val="dk1"/>
                </a:solidFill>
              </a:rPr>
              <a:t>BA Economics and Data Science, NYU </a:t>
            </a:r>
            <a:endParaRPr sz="1100">
              <a:solidFill>
                <a:schemeClr val="dk1"/>
              </a:solidFill>
            </a:endParaRPr>
          </a:p>
          <a:p>
            <a:pPr indent="-374131" lvl="0" marL="608561" rtl="0" algn="l">
              <a:lnSpc>
                <a:spcPct val="133000"/>
              </a:lnSpc>
              <a:spcBef>
                <a:spcPts val="0"/>
              </a:spcBef>
              <a:spcAft>
                <a:spcPts val="0"/>
              </a:spcAft>
              <a:buClr>
                <a:schemeClr val="dk1"/>
              </a:buClr>
              <a:buSzPts val="1100"/>
              <a:buChar char="●"/>
            </a:pPr>
            <a:r>
              <a:rPr lang="en-US" sz="1100">
                <a:solidFill>
                  <a:schemeClr val="dk1"/>
                </a:solidFill>
              </a:rPr>
              <a:t>Data Science Intern, United Nations</a:t>
            </a:r>
            <a:endParaRPr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g3e462fd33d1_0_39"/>
          <p:cNvSpPr/>
          <p:nvPr/>
        </p:nvSpPr>
        <p:spPr>
          <a:xfrm>
            <a:off x="394150" y="1166000"/>
            <a:ext cx="11252700" cy="4976100"/>
          </a:xfrm>
          <a:prstGeom prst="roundRect">
            <a:avLst>
              <a:gd fmla="val 7346"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Helvetica Neue"/>
              <a:ea typeface="Helvetica Neue"/>
              <a:cs typeface="Helvetica Neue"/>
              <a:sym typeface="Helvetica Neue"/>
            </a:endParaRPr>
          </a:p>
        </p:txBody>
      </p:sp>
      <p:sp>
        <p:nvSpPr>
          <p:cNvPr id="181" name="Google Shape;181;g3e462fd33d1_0_39"/>
          <p:cNvSpPr txBox="1"/>
          <p:nvPr>
            <p:ph type="title"/>
          </p:nvPr>
        </p:nvSpPr>
        <p:spPr>
          <a:xfrm>
            <a:off x="838199" y="0"/>
            <a:ext cx="10515600" cy="1312800"/>
          </a:xfrm>
          <a:prstGeom prst="rect">
            <a:avLst/>
          </a:prstGeom>
          <a:noFill/>
          <a:ln>
            <a:noFill/>
          </a:ln>
        </p:spPr>
        <p:txBody>
          <a:bodyPr anchorCtr="0" anchor="ctr" bIns="45700" lIns="0" spcFirstLastPara="1" rIns="0" wrap="square" tIns="45700">
            <a:noAutofit/>
          </a:bodyPr>
          <a:lstStyle/>
          <a:p>
            <a:pPr indent="0" lvl="0" marL="0" rtl="0" algn="l">
              <a:lnSpc>
                <a:spcPct val="90000"/>
              </a:lnSpc>
              <a:spcBef>
                <a:spcPts val="0"/>
              </a:spcBef>
              <a:spcAft>
                <a:spcPts val="0"/>
              </a:spcAft>
              <a:buClr>
                <a:srgbClr val="800000"/>
              </a:buClr>
              <a:buSzPts val="3600"/>
              <a:buFont typeface="Arial"/>
              <a:buNone/>
            </a:pPr>
            <a:r>
              <a:rPr b="1" lang="en-US">
                <a:latin typeface="Arial"/>
                <a:ea typeface="Arial"/>
                <a:cs typeface="Arial"/>
                <a:sym typeface="Arial"/>
              </a:rPr>
              <a:t>Business Problem</a:t>
            </a:r>
            <a:endParaRPr/>
          </a:p>
        </p:txBody>
      </p:sp>
      <p:sp>
        <p:nvSpPr>
          <p:cNvPr id="182" name="Google Shape;182;g3e462fd33d1_0_39"/>
          <p:cNvSpPr txBox="1"/>
          <p:nvPr>
            <p:ph idx="12" type="sldNum"/>
          </p:nvPr>
        </p:nvSpPr>
        <p:spPr>
          <a:xfrm>
            <a:off x="86216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183" name="Google Shape;183;g3e462fd33d1_0_39"/>
          <p:cNvSpPr txBox="1"/>
          <p:nvPr>
            <p:ph idx="1" type="body"/>
          </p:nvPr>
        </p:nvSpPr>
        <p:spPr>
          <a:xfrm>
            <a:off x="821375" y="1537800"/>
            <a:ext cx="10608300" cy="4429500"/>
          </a:xfrm>
          <a:prstGeom prst="rect">
            <a:avLst/>
          </a:prstGeom>
          <a:noFill/>
          <a:ln>
            <a:noFill/>
          </a:ln>
        </p:spPr>
        <p:txBody>
          <a:bodyPr anchorCtr="0" anchor="t" bIns="45700" lIns="0" spcFirstLastPara="1" rIns="0" wrap="square" tIns="45700">
            <a:noAutofit/>
          </a:bodyPr>
          <a:lstStyle/>
          <a:p>
            <a:pPr indent="-381000" lvl="0" marL="457200" rtl="0" algn="l">
              <a:lnSpc>
                <a:spcPct val="90000"/>
              </a:lnSpc>
              <a:spcBef>
                <a:spcPts val="0"/>
              </a:spcBef>
              <a:spcAft>
                <a:spcPts val="0"/>
              </a:spcAft>
              <a:buSzPts val="2400"/>
              <a:buChar char="•"/>
            </a:pPr>
            <a:r>
              <a:rPr lang="en-US"/>
              <a:t>Users often lose track of repetitions during workouts</a:t>
            </a:r>
            <a:endParaRPr/>
          </a:p>
          <a:p>
            <a:pPr indent="0" lvl="0" marL="0" rtl="0" algn="l">
              <a:lnSpc>
                <a:spcPct val="90000"/>
              </a:lnSpc>
              <a:spcBef>
                <a:spcPts val="0"/>
              </a:spcBef>
              <a:spcAft>
                <a:spcPts val="0"/>
              </a:spcAft>
              <a:buNone/>
            </a:pPr>
            <a:r>
              <a:t/>
            </a:r>
            <a:endParaRPr/>
          </a:p>
          <a:p>
            <a:pPr indent="-381000" lvl="0" marL="457200" rtl="0" algn="l">
              <a:lnSpc>
                <a:spcPct val="90000"/>
              </a:lnSpc>
              <a:spcBef>
                <a:spcPts val="0"/>
              </a:spcBef>
              <a:spcAft>
                <a:spcPts val="0"/>
              </a:spcAft>
              <a:buSzPts val="2400"/>
              <a:buChar char="•"/>
            </a:pPr>
            <a:r>
              <a:rPr lang="en-US"/>
              <a:t>Improper Workout form can also </a:t>
            </a:r>
            <a:r>
              <a:rPr lang="en-US"/>
              <a:t>increase</a:t>
            </a:r>
            <a:r>
              <a:rPr lang="en-US"/>
              <a:t> the risk of injury</a:t>
            </a:r>
            <a:endParaRPr/>
          </a:p>
          <a:p>
            <a:pPr indent="0" lvl="0" marL="0" rtl="0" algn="l">
              <a:lnSpc>
                <a:spcPct val="90000"/>
              </a:lnSpc>
              <a:spcBef>
                <a:spcPts val="0"/>
              </a:spcBef>
              <a:spcAft>
                <a:spcPts val="0"/>
              </a:spcAft>
              <a:buNone/>
            </a:pPr>
            <a:r>
              <a:t/>
            </a:r>
            <a:endParaRPr/>
          </a:p>
          <a:p>
            <a:pPr indent="-381000" lvl="0" marL="457200" rtl="0" algn="l">
              <a:lnSpc>
                <a:spcPct val="90000"/>
              </a:lnSpc>
              <a:spcBef>
                <a:spcPts val="0"/>
              </a:spcBef>
              <a:spcAft>
                <a:spcPts val="0"/>
              </a:spcAft>
              <a:buSzPts val="2400"/>
              <a:buChar char="•"/>
            </a:pPr>
            <a:r>
              <a:rPr lang="en-US"/>
              <a:t>Current fitness applications lack accurate real-time visual analysis</a:t>
            </a:r>
            <a:endParaRPr/>
          </a:p>
          <a:p>
            <a:pPr indent="0" lvl="0" marL="0" rtl="0" algn="l">
              <a:lnSpc>
                <a:spcPct val="90000"/>
              </a:lnSpc>
              <a:spcBef>
                <a:spcPts val="0"/>
              </a:spcBef>
              <a:spcAft>
                <a:spcPts val="0"/>
              </a:spcAft>
              <a:buNone/>
            </a:pPr>
            <a:r>
              <a:t/>
            </a:r>
            <a:endParaRPr/>
          </a:p>
          <a:p>
            <a:pPr indent="-381000" lvl="0" marL="457200" rtl="0" algn="l">
              <a:lnSpc>
                <a:spcPct val="90000"/>
              </a:lnSpc>
              <a:spcBef>
                <a:spcPts val="0"/>
              </a:spcBef>
              <a:spcAft>
                <a:spcPts val="0"/>
              </a:spcAft>
              <a:buSzPts val="2400"/>
              <a:buChar char="•"/>
            </a:pPr>
            <a:r>
              <a:rPr lang="en-US"/>
              <a:t>Gym users need intelligent systems capable of automated exercise monitoring</a:t>
            </a:r>
            <a:endParaRPr/>
          </a:p>
          <a:p>
            <a:pPr indent="0" lvl="0" marL="0" rtl="0" algn="l">
              <a:lnSpc>
                <a:spcPct val="90000"/>
              </a:lnSpc>
              <a:spcBef>
                <a:spcPts val="0"/>
              </a:spcBef>
              <a:spcAft>
                <a:spcPts val="0"/>
              </a:spcAft>
              <a:buNone/>
            </a:pPr>
            <a:r>
              <a:t/>
            </a:r>
            <a:endParaRPr/>
          </a:p>
          <a:p>
            <a:pPr indent="0" lvl="0" marL="0" rtl="0" algn="l">
              <a:lnSpc>
                <a:spcPct val="90000"/>
              </a:lnSpc>
              <a:spcBef>
                <a:spcPts val="0"/>
              </a:spcBef>
              <a:spcAft>
                <a:spcPts val="0"/>
              </a:spcAft>
              <a:buNone/>
            </a:pPr>
            <a:r>
              <a:t/>
            </a:r>
            <a:endParaRPr/>
          </a:p>
          <a:p>
            <a:pPr indent="0" lvl="0" marL="0" rtl="0" algn="l">
              <a:lnSpc>
                <a:spcPct val="90000"/>
              </a:lnSpc>
              <a:spcBef>
                <a:spcPts val="0"/>
              </a:spcBef>
              <a:spcAft>
                <a:spcPts val="0"/>
              </a:spcAft>
              <a:buNone/>
            </a:pPr>
            <a:r>
              <a:rPr b="1" lang="en-US"/>
              <a:t>Goal: AI- based fitness assistant that uses a mobile camera to track rep counts and classify workouts</a:t>
            </a:r>
            <a:endParaRPr b="1"/>
          </a:p>
          <a:p>
            <a:pPr indent="0" lvl="0" marL="0" rtl="0" algn="l">
              <a:lnSpc>
                <a:spcPct val="90000"/>
              </a:lnSpc>
              <a:spcBef>
                <a:spcPts val="500"/>
              </a:spcBef>
              <a:spcAft>
                <a:spcPts val="0"/>
              </a:spcAft>
              <a:buNone/>
            </a:pPr>
            <a:r>
              <a:t/>
            </a:r>
            <a:endParaRPr/>
          </a:p>
          <a:p>
            <a:pPr indent="-101600" lvl="1" marL="685800" rtl="0" algn="l">
              <a:lnSpc>
                <a:spcPct val="90000"/>
              </a:lnSpc>
              <a:spcBef>
                <a:spcPts val="500"/>
              </a:spcBef>
              <a:spcAft>
                <a:spcPts val="0"/>
              </a:spcAft>
              <a:buClr>
                <a:schemeClr val="dk1"/>
              </a:buClr>
              <a:buSzPts val="2000"/>
              <a:buFont typeface="Noto Sans Symbols"/>
              <a:buNone/>
            </a:pPr>
            <a:r>
              <a:t/>
            </a:r>
            <a:endParaRPr>
              <a:latin typeface="Arial"/>
              <a:ea typeface="Arial"/>
              <a:cs typeface="Arial"/>
              <a:sym typeface="Arial"/>
            </a:endParaRPr>
          </a:p>
          <a:p>
            <a:pPr indent="0" lvl="0" marL="0" rtl="0" algn="l">
              <a:lnSpc>
                <a:spcPct val="90000"/>
              </a:lnSpc>
              <a:spcBef>
                <a:spcPts val="1000"/>
              </a:spcBef>
              <a:spcAft>
                <a:spcPts val="0"/>
              </a:spcAft>
              <a:buSzPts val="2400"/>
              <a:buNone/>
            </a:pPr>
            <a:r>
              <a:t/>
            </a:r>
            <a:endParaRPr/>
          </a:p>
        </p:txBody>
      </p:sp>
      <p:sp>
        <p:nvSpPr>
          <p:cNvPr id="184" name="Google Shape;184;g3e462fd33d1_0_39"/>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g3e49a7166b0_0_2"/>
          <p:cNvSpPr/>
          <p:nvPr/>
        </p:nvSpPr>
        <p:spPr>
          <a:xfrm>
            <a:off x="564425" y="3739250"/>
            <a:ext cx="5912100" cy="17070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Helvetica Neue"/>
              <a:ea typeface="Helvetica Neue"/>
              <a:cs typeface="Helvetica Neue"/>
              <a:sym typeface="Helvetica Neue"/>
            </a:endParaRPr>
          </a:p>
        </p:txBody>
      </p:sp>
      <p:sp>
        <p:nvSpPr>
          <p:cNvPr id="190" name="Google Shape;190;g3e49a7166b0_0_2"/>
          <p:cNvSpPr/>
          <p:nvPr/>
        </p:nvSpPr>
        <p:spPr>
          <a:xfrm>
            <a:off x="564425" y="1536900"/>
            <a:ext cx="5912100" cy="17070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Helvetica Neue"/>
              <a:ea typeface="Helvetica Neue"/>
              <a:cs typeface="Helvetica Neue"/>
              <a:sym typeface="Helvetica Neue"/>
            </a:endParaRPr>
          </a:p>
        </p:txBody>
      </p:sp>
      <p:sp>
        <p:nvSpPr>
          <p:cNvPr id="191" name="Google Shape;191;g3e49a7166b0_0_2"/>
          <p:cNvSpPr txBox="1"/>
          <p:nvPr>
            <p:ph type="title"/>
          </p:nvPr>
        </p:nvSpPr>
        <p:spPr>
          <a:xfrm>
            <a:off x="838200" y="0"/>
            <a:ext cx="10515600" cy="1312800"/>
          </a:xfrm>
          <a:prstGeom prst="rect">
            <a:avLst/>
          </a:prstGeom>
        </p:spPr>
        <p:txBody>
          <a:bodyPr anchorCtr="0" anchor="ctr" bIns="45700" lIns="0" spcFirstLastPara="1" rIns="0" wrap="square" tIns="45700">
            <a:noAutofit/>
          </a:bodyPr>
          <a:lstStyle/>
          <a:p>
            <a:pPr indent="0" lvl="0" marL="0" rtl="0" algn="l">
              <a:spcBef>
                <a:spcPts val="0"/>
              </a:spcBef>
              <a:spcAft>
                <a:spcPts val="0"/>
              </a:spcAft>
              <a:buNone/>
            </a:pPr>
            <a:r>
              <a:rPr b="1" lang="en-US"/>
              <a:t>Problems Addressed</a:t>
            </a:r>
            <a:endParaRPr b="1"/>
          </a:p>
        </p:txBody>
      </p:sp>
      <p:sp>
        <p:nvSpPr>
          <p:cNvPr id="192" name="Google Shape;192;g3e49a7166b0_0_2"/>
          <p:cNvSpPr txBox="1"/>
          <p:nvPr>
            <p:ph idx="1" type="body"/>
          </p:nvPr>
        </p:nvSpPr>
        <p:spPr>
          <a:xfrm>
            <a:off x="827850" y="1847700"/>
            <a:ext cx="5763600" cy="1085400"/>
          </a:xfrm>
          <a:prstGeom prst="rect">
            <a:avLst/>
          </a:prstGeom>
        </p:spPr>
        <p:txBody>
          <a:bodyPr anchorCtr="0" anchor="t" bIns="45700" lIns="0" spcFirstLastPara="1" rIns="0" wrap="square" tIns="45700">
            <a:noAutofit/>
          </a:bodyPr>
          <a:lstStyle/>
          <a:p>
            <a:pPr indent="0" lvl="0" marL="0" rtl="0" algn="l">
              <a:spcBef>
                <a:spcPts val="1000"/>
              </a:spcBef>
              <a:spcAft>
                <a:spcPts val="0"/>
              </a:spcAft>
              <a:buNone/>
            </a:pPr>
            <a:r>
              <a:rPr b="1" lang="en-US" sz="2700"/>
              <a:t>Exercise Classification</a:t>
            </a:r>
            <a:endParaRPr b="1" sz="2700"/>
          </a:p>
          <a:p>
            <a:pPr indent="-374650" lvl="0" marL="457200" rtl="0" algn="l">
              <a:spcBef>
                <a:spcPts val="1000"/>
              </a:spcBef>
              <a:spcAft>
                <a:spcPts val="0"/>
              </a:spcAft>
              <a:buSzPts val="2300"/>
              <a:buChar char="•"/>
            </a:pPr>
            <a:r>
              <a:rPr lang="en-US" sz="2300"/>
              <a:t>Identify exercises such as squats, push ups, lunges, curls etc</a:t>
            </a:r>
            <a:endParaRPr sz="2300"/>
          </a:p>
        </p:txBody>
      </p:sp>
      <p:pic>
        <p:nvPicPr>
          <p:cNvPr id="193" name="Google Shape;193;g3e49a7166b0_0_2" title="Screenshot 2026-05-25 at 11.18.37 PM.png"/>
          <p:cNvPicPr preferRelativeResize="0"/>
          <p:nvPr/>
        </p:nvPicPr>
        <p:blipFill>
          <a:blip r:embed="rId3">
            <a:alphaModFix/>
          </a:blip>
          <a:stretch>
            <a:fillRect/>
          </a:stretch>
        </p:blipFill>
        <p:spPr>
          <a:xfrm>
            <a:off x="6881000" y="1448775"/>
            <a:ext cx="5006201" cy="3297300"/>
          </a:xfrm>
          <a:prstGeom prst="rect">
            <a:avLst/>
          </a:prstGeom>
          <a:noFill/>
          <a:ln>
            <a:noFill/>
          </a:ln>
        </p:spPr>
      </p:pic>
      <p:sp>
        <p:nvSpPr>
          <p:cNvPr id="194" name="Google Shape;194;g3e49a7166b0_0_2"/>
          <p:cNvSpPr txBox="1"/>
          <p:nvPr/>
        </p:nvSpPr>
        <p:spPr>
          <a:xfrm>
            <a:off x="638675" y="3527600"/>
            <a:ext cx="5763600" cy="17070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1000"/>
              </a:spcBef>
              <a:spcAft>
                <a:spcPts val="0"/>
              </a:spcAft>
              <a:buNone/>
            </a:pPr>
            <a:r>
              <a:t/>
            </a:r>
            <a:endParaRPr sz="2300">
              <a:solidFill>
                <a:schemeClr val="dk1"/>
              </a:solidFill>
              <a:latin typeface="Helvetica Neue"/>
              <a:ea typeface="Helvetica Neue"/>
              <a:cs typeface="Helvetica Neue"/>
              <a:sym typeface="Helvetica Neue"/>
            </a:endParaRPr>
          </a:p>
          <a:p>
            <a:pPr indent="0" lvl="0" marL="0" rtl="0" algn="l">
              <a:lnSpc>
                <a:spcPct val="90000"/>
              </a:lnSpc>
              <a:spcBef>
                <a:spcPts val="1000"/>
              </a:spcBef>
              <a:spcAft>
                <a:spcPts val="0"/>
              </a:spcAft>
              <a:buNone/>
            </a:pPr>
            <a:r>
              <a:rPr b="1" lang="en-US" sz="2700">
                <a:solidFill>
                  <a:schemeClr val="dk1"/>
                </a:solidFill>
                <a:latin typeface="Helvetica Neue"/>
                <a:ea typeface="Helvetica Neue"/>
                <a:cs typeface="Helvetica Neue"/>
                <a:sym typeface="Helvetica Neue"/>
              </a:rPr>
              <a:t>Rep Counting</a:t>
            </a:r>
            <a:endParaRPr sz="2300">
              <a:solidFill>
                <a:schemeClr val="dk1"/>
              </a:solidFill>
              <a:latin typeface="Helvetica Neue"/>
              <a:ea typeface="Helvetica Neue"/>
              <a:cs typeface="Helvetica Neue"/>
              <a:sym typeface="Helvetica Neue"/>
            </a:endParaRPr>
          </a:p>
          <a:p>
            <a:pPr indent="-374650" lvl="0" marL="457200" rtl="0" algn="l">
              <a:lnSpc>
                <a:spcPct val="90000"/>
              </a:lnSpc>
              <a:spcBef>
                <a:spcPts val="500"/>
              </a:spcBef>
              <a:spcAft>
                <a:spcPts val="0"/>
              </a:spcAft>
              <a:buClr>
                <a:schemeClr val="accent1"/>
              </a:buClr>
              <a:buSzPts val="2300"/>
              <a:buChar char="•"/>
            </a:pPr>
            <a:r>
              <a:rPr lang="en-US" sz="2300">
                <a:solidFill>
                  <a:schemeClr val="dk1"/>
                </a:solidFill>
                <a:latin typeface="Helvetica Neue"/>
                <a:ea typeface="Helvetica Neue"/>
                <a:cs typeface="Helvetica Neue"/>
                <a:sym typeface="Helvetica Neue"/>
              </a:rPr>
              <a:t>Detect repetitive motion cycles and estimate rep count in real time</a:t>
            </a:r>
            <a:endParaRPr sz="2300">
              <a:solidFill>
                <a:schemeClr val="dk1"/>
              </a:solidFill>
              <a:latin typeface="Helvetica Neue"/>
              <a:ea typeface="Helvetica Neue"/>
              <a:cs typeface="Helvetica Neue"/>
              <a:sym typeface="Helvetica Neue"/>
            </a:endParaRPr>
          </a:p>
        </p:txBody>
      </p:sp>
      <p:sp>
        <p:nvSpPr>
          <p:cNvPr id="195" name="Google Shape;195;g3e49a7166b0_0_2"/>
          <p:cNvSpPr txBox="1"/>
          <p:nvPr>
            <p:ph idx="12" type="sldNum"/>
          </p:nvPr>
        </p:nvSpPr>
        <p:spPr>
          <a:xfrm>
            <a:off x="86216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196" name="Google Shape;196;g3e49a7166b0_0_2"/>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g3e462fd33d1_0_50"/>
          <p:cNvSpPr/>
          <p:nvPr/>
        </p:nvSpPr>
        <p:spPr>
          <a:xfrm>
            <a:off x="513750" y="3545575"/>
            <a:ext cx="3078900" cy="2723100"/>
          </a:xfrm>
          <a:prstGeom prst="roundRect">
            <a:avLst>
              <a:gd fmla="val 5385"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Helvetica Neue"/>
              <a:ea typeface="Helvetica Neue"/>
              <a:cs typeface="Helvetica Neue"/>
              <a:sym typeface="Helvetica Neue"/>
            </a:endParaRPr>
          </a:p>
        </p:txBody>
      </p:sp>
      <p:sp>
        <p:nvSpPr>
          <p:cNvPr id="202" name="Google Shape;202;g3e462fd33d1_0_50"/>
          <p:cNvSpPr/>
          <p:nvPr/>
        </p:nvSpPr>
        <p:spPr>
          <a:xfrm>
            <a:off x="521225" y="2312175"/>
            <a:ext cx="3078900" cy="875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Helvetica Neue"/>
              <a:ea typeface="Helvetica Neue"/>
              <a:cs typeface="Helvetica Neue"/>
              <a:sym typeface="Helvetica Neue"/>
            </a:endParaRPr>
          </a:p>
        </p:txBody>
      </p:sp>
      <p:sp>
        <p:nvSpPr>
          <p:cNvPr id="203" name="Google Shape;203;g3e462fd33d1_0_50"/>
          <p:cNvSpPr/>
          <p:nvPr/>
        </p:nvSpPr>
        <p:spPr>
          <a:xfrm>
            <a:off x="513725" y="1417638"/>
            <a:ext cx="3078900" cy="5976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Helvetica Neue"/>
              <a:ea typeface="Helvetica Neue"/>
              <a:cs typeface="Helvetica Neue"/>
              <a:sym typeface="Helvetica Neue"/>
            </a:endParaRPr>
          </a:p>
        </p:txBody>
      </p:sp>
      <p:sp>
        <p:nvSpPr>
          <p:cNvPr id="204" name="Google Shape;204;g3e462fd33d1_0_50"/>
          <p:cNvSpPr txBox="1"/>
          <p:nvPr>
            <p:ph type="title"/>
          </p:nvPr>
        </p:nvSpPr>
        <p:spPr>
          <a:xfrm>
            <a:off x="507275" y="187350"/>
            <a:ext cx="10515600" cy="1312800"/>
          </a:xfrm>
          <a:prstGeom prst="rect">
            <a:avLst/>
          </a:prstGeom>
        </p:spPr>
        <p:txBody>
          <a:bodyPr anchorCtr="0" anchor="ctr" bIns="45700" lIns="0" spcFirstLastPara="1" rIns="0" wrap="square" tIns="45700">
            <a:noAutofit/>
          </a:bodyPr>
          <a:lstStyle/>
          <a:p>
            <a:pPr indent="0" lvl="0" marL="0" rtl="0" algn="l">
              <a:spcBef>
                <a:spcPts val="0"/>
              </a:spcBef>
              <a:spcAft>
                <a:spcPts val="0"/>
              </a:spcAft>
              <a:buClr>
                <a:schemeClr val="accent1"/>
              </a:buClr>
              <a:buSzPts val="3600"/>
              <a:buFont typeface="Arial"/>
              <a:buNone/>
            </a:pPr>
            <a:r>
              <a:rPr b="1" lang="en-US">
                <a:solidFill>
                  <a:schemeClr val="accent1"/>
                </a:solidFill>
                <a:latin typeface="Arial"/>
                <a:ea typeface="Arial"/>
                <a:cs typeface="Arial"/>
                <a:sym typeface="Arial"/>
              </a:rPr>
              <a:t>EDA</a:t>
            </a:r>
            <a:endParaRPr>
              <a:solidFill>
                <a:schemeClr val="accent1"/>
              </a:solidFill>
            </a:endParaRPr>
          </a:p>
          <a:p>
            <a:pPr indent="0" lvl="0" marL="0" rtl="0" algn="l">
              <a:spcBef>
                <a:spcPts val="0"/>
              </a:spcBef>
              <a:spcAft>
                <a:spcPts val="0"/>
              </a:spcAft>
              <a:buNone/>
            </a:pPr>
            <a:r>
              <a:t/>
            </a:r>
            <a:endParaRPr/>
          </a:p>
        </p:txBody>
      </p:sp>
      <p:sp>
        <p:nvSpPr>
          <p:cNvPr id="205" name="Google Shape;205;g3e462fd33d1_0_50"/>
          <p:cNvSpPr/>
          <p:nvPr/>
        </p:nvSpPr>
        <p:spPr>
          <a:xfrm>
            <a:off x="492737" y="953227"/>
            <a:ext cx="2303100" cy="2166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403CCF"/>
              </a:buClr>
              <a:buSzPts val="1313"/>
              <a:buFont typeface="Libre Baskerville"/>
              <a:buNone/>
            </a:pPr>
            <a:r>
              <a:rPr lang="en-US" sz="1800">
                <a:solidFill>
                  <a:schemeClr val="dk1"/>
                </a:solidFill>
              </a:rPr>
              <a:t>Dataset Overview:</a:t>
            </a:r>
            <a:endParaRPr i="0" sz="1800" u="none" cap="none" strike="noStrike">
              <a:solidFill>
                <a:schemeClr val="dk1"/>
              </a:solidFill>
            </a:endParaRPr>
          </a:p>
        </p:txBody>
      </p:sp>
      <p:sp>
        <p:nvSpPr>
          <p:cNvPr id="206" name="Google Shape;206;g3e462fd33d1_0_50"/>
          <p:cNvSpPr/>
          <p:nvPr/>
        </p:nvSpPr>
        <p:spPr>
          <a:xfrm>
            <a:off x="610624" y="1468402"/>
            <a:ext cx="824700" cy="2085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49495A"/>
              </a:buClr>
              <a:buSzPts val="1313"/>
              <a:buFont typeface="Libre Baskerville"/>
              <a:buNone/>
            </a:pPr>
            <a:r>
              <a:rPr i="0" lang="en-US" sz="1513" u="none" cap="none" strike="noStrike">
                <a:solidFill>
                  <a:schemeClr val="dk1"/>
                </a:solidFill>
              </a:rPr>
              <a:t>Source</a:t>
            </a:r>
            <a:endParaRPr i="0" sz="1513" u="none" cap="none" strike="noStrike">
              <a:solidFill>
                <a:schemeClr val="dk1"/>
              </a:solidFill>
            </a:endParaRPr>
          </a:p>
        </p:txBody>
      </p:sp>
      <p:sp>
        <p:nvSpPr>
          <p:cNvPr id="207" name="Google Shape;207;g3e462fd33d1_0_50"/>
          <p:cNvSpPr/>
          <p:nvPr/>
        </p:nvSpPr>
        <p:spPr>
          <a:xfrm>
            <a:off x="610625" y="1745975"/>
            <a:ext cx="2864400" cy="208500"/>
          </a:xfrm>
          <a:prstGeom prst="rect">
            <a:avLst/>
          </a:prstGeom>
          <a:noFill/>
          <a:ln>
            <a:noFill/>
          </a:ln>
        </p:spPr>
        <p:txBody>
          <a:bodyPr anchorCtr="0" anchor="t" bIns="0" lIns="0" spcFirstLastPara="1" rIns="0" wrap="square" tIns="0">
            <a:noAutofit/>
          </a:bodyPr>
          <a:lstStyle/>
          <a:p>
            <a:pPr indent="0" lvl="0" marL="0" marR="0" rtl="0" algn="l">
              <a:lnSpc>
                <a:spcPct val="119000"/>
              </a:lnSpc>
              <a:spcBef>
                <a:spcPts val="0"/>
              </a:spcBef>
              <a:spcAft>
                <a:spcPts val="0"/>
              </a:spcAft>
              <a:buClr>
                <a:srgbClr val="49495A"/>
              </a:buClr>
              <a:buSzPts val="1063"/>
              <a:buFont typeface="Open Sans"/>
              <a:buNone/>
            </a:pPr>
            <a:r>
              <a:rPr lang="en-US" sz="1300">
                <a:solidFill>
                  <a:schemeClr val="dk1"/>
                </a:solidFill>
              </a:rPr>
              <a:t>K</a:t>
            </a:r>
            <a:r>
              <a:rPr lang="en-US" sz="1300">
                <a:solidFill>
                  <a:schemeClr val="dk1"/>
                </a:solidFill>
              </a:rPr>
              <a:t>a</a:t>
            </a:r>
            <a:r>
              <a:rPr lang="en-US" sz="1300">
                <a:solidFill>
                  <a:schemeClr val="dk1"/>
                </a:solidFill>
              </a:rPr>
              <a:t>ggle Gym Workout/Exercises Video</a:t>
            </a:r>
            <a:endParaRPr sz="1300">
              <a:solidFill>
                <a:schemeClr val="dk1"/>
              </a:solidFill>
            </a:endParaRPr>
          </a:p>
          <a:p>
            <a:pPr indent="0" lvl="0" marL="0" marR="0" rtl="0" algn="l">
              <a:lnSpc>
                <a:spcPct val="119000"/>
              </a:lnSpc>
              <a:spcBef>
                <a:spcPts val="0"/>
              </a:spcBef>
              <a:spcAft>
                <a:spcPts val="0"/>
              </a:spcAft>
              <a:buClr>
                <a:srgbClr val="49495A"/>
              </a:buClr>
              <a:buSzPts val="1063"/>
              <a:buFont typeface="Open Sans"/>
              <a:buNone/>
            </a:pPr>
            <a:r>
              <a:t/>
            </a:r>
            <a:endParaRPr sz="1300">
              <a:solidFill>
                <a:schemeClr val="dk1"/>
              </a:solidFill>
            </a:endParaRPr>
          </a:p>
          <a:p>
            <a:pPr indent="0" lvl="0" marL="0" marR="0" rtl="0" algn="l">
              <a:lnSpc>
                <a:spcPct val="119000"/>
              </a:lnSpc>
              <a:spcBef>
                <a:spcPts val="0"/>
              </a:spcBef>
              <a:spcAft>
                <a:spcPts val="0"/>
              </a:spcAft>
              <a:buClr>
                <a:srgbClr val="49495A"/>
              </a:buClr>
              <a:buSzPts val="1063"/>
              <a:buFont typeface="Open Sans"/>
              <a:buNone/>
            </a:pPr>
            <a:r>
              <a:rPr lang="en-US" sz="1300">
                <a:solidFill>
                  <a:schemeClr val="dk1"/>
                </a:solidFill>
              </a:rPr>
              <a:t> </a:t>
            </a:r>
            <a:endParaRPr sz="1300">
              <a:solidFill>
                <a:schemeClr val="dk1"/>
              </a:solidFill>
            </a:endParaRPr>
          </a:p>
        </p:txBody>
      </p:sp>
      <p:sp>
        <p:nvSpPr>
          <p:cNvPr id="208" name="Google Shape;208;g3e462fd33d1_0_50"/>
          <p:cNvSpPr/>
          <p:nvPr/>
        </p:nvSpPr>
        <p:spPr>
          <a:xfrm>
            <a:off x="606136" y="3589847"/>
            <a:ext cx="1890600" cy="1833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49495A"/>
              </a:buClr>
              <a:buSzPts val="1313"/>
              <a:buFont typeface="Libre Baskerville"/>
              <a:buNone/>
            </a:pPr>
            <a:r>
              <a:rPr lang="en-US" sz="1513">
                <a:solidFill>
                  <a:schemeClr val="dk1"/>
                </a:solidFill>
              </a:rPr>
              <a:t>Test/Train Split</a:t>
            </a:r>
            <a:endParaRPr i="0" sz="1513" u="none" cap="none" strike="noStrike">
              <a:solidFill>
                <a:schemeClr val="dk1"/>
              </a:solidFill>
            </a:endParaRPr>
          </a:p>
        </p:txBody>
      </p:sp>
      <p:sp>
        <p:nvSpPr>
          <p:cNvPr id="209" name="Google Shape;209;g3e462fd33d1_0_50"/>
          <p:cNvSpPr/>
          <p:nvPr/>
        </p:nvSpPr>
        <p:spPr>
          <a:xfrm>
            <a:off x="606152" y="3876894"/>
            <a:ext cx="2744400" cy="2469300"/>
          </a:xfrm>
          <a:prstGeom prst="rect">
            <a:avLst/>
          </a:prstGeom>
          <a:noFill/>
          <a:ln>
            <a:noFill/>
          </a:ln>
        </p:spPr>
        <p:txBody>
          <a:bodyPr anchorCtr="0" anchor="t" bIns="0" lIns="0" spcFirstLastPara="1" rIns="0" wrap="square" tIns="0">
            <a:noAutofit/>
          </a:bodyPr>
          <a:lstStyle/>
          <a:p>
            <a:pPr indent="0" lvl="0" marL="0" marR="0" rtl="0" algn="l">
              <a:lnSpc>
                <a:spcPct val="119000"/>
              </a:lnSpc>
              <a:spcBef>
                <a:spcPts val="0"/>
              </a:spcBef>
              <a:spcAft>
                <a:spcPts val="0"/>
              </a:spcAft>
              <a:buClr>
                <a:srgbClr val="49495A"/>
              </a:buClr>
              <a:buSzPts val="1063"/>
              <a:buFont typeface="Open Sans"/>
              <a:buNone/>
            </a:pPr>
            <a:r>
              <a:rPr lang="en-US" sz="1300">
                <a:solidFill>
                  <a:schemeClr val="dk1"/>
                </a:solidFill>
              </a:rPr>
              <a:t>Train/Verified (1,571 videos): </a:t>
            </a:r>
            <a:endParaRPr sz="1300">
              <a:solidFill>
                <a:schemeClr val="dk1"/>
              </a:solidFill>
            </a:endParaRPr>
          </a:p>
          <a:p>
            <a:pPr indent="-311150" lvl="0" marL="457200" marR="0" rtl="0" algn="l">
              <a:lnSpc>
                <a:spcPct val="119000"/>
              </a:lnSpc>
              <a:spcBef>
                <a:spcPts val="0"/>
              </a:spcBef>
              <a:spcAft>
                <a:spcPts val="0"/>
              </a:spcAft>
              <a:buClr>
                <a:schemeClr val="dk1"/>
              </a:buClr>
              <a:buSzPts val="1300"/>
              <a:buChar char="●"/>
            </a:pPr>
            <a:r>
              <a:rPr lang="en-US" sz="1300">
                <a:solidFill>
                  <a:schemeClr val="dk1"/>
                </a:solidFill>
              </a:rPr>
              <a:t>Cleaned and segmented exercise clips (10–13s max)</a:t>
            </a:r>
            <a:endParaRPr sz="1300">
              <a:solidFill>
                <a:schemeClr val="dk1"/>
              </a:solidFill>
            </a:endParaRPr>
          </a:p>
          <a:p>
            <a:pPr indent="-311150" lvl="0" marL="457200" marR="0" rtl="0" algn="l">
              <a:lnSpc>
                <a:spcPct val="119000"/>
              </a:lnSpc>
              <a:spcBef>
                <a:spcPts val="0"/>
              </a:spcBef>
              <a:spcAft>
                <a:spcPts val="0"/>
              </a:spcAft>
              <a:buClr>
                <a:schemeClr val="dk1"/>
              </a:buClr>
              <a:buSzPts val="1300"/>
              <a:buChar char="●"/>
            </a:pPr>
            <a:r>
              <a:rPr lang="en-US" sz="1300">
                <a:solidFill>
                  <a:schemeClr val="dk1"/>
                </a:solidFill>
              </a:rPr>
              <a:t>817 videos from Workout/Exercises Video dataset </a:t>
            </a:r>
            <a:r>
              <a:rPr lang="en-US" sz="1300">
                <a:solidFill>
                  <a:schemeClr val="dk1"/>
                </a:solidFill>
              </a:rPr>
              <a:t>(Hasyim Abdillah)</a:t>
            </a:r>
            <a:endParaRPr sz="1300">
              <a:solidFill>
                <a:schemeClr val="dk1"/>
              </a:solidFill>
            </a:endParaRPr>
          </a:p>
          <a:p>
            <a:pPr indent="-311150" lvl="0" marL="457200" marR="0" rtl="0" algn="l">
              <a:lnSpc>
                <a:spcPct val="119000"/>
              </a:lnSpc>
              <a:spcBef>
                <a:spcPts val="0"/>
              </a:spcBef>
              <a:spcAft>
                <a:spcPts val="0"/>
              </a:spcAft>
              <a:buClr>
                <a:schemeClr val="dk1"/>
              </a:buClr>
              <a:buSzPts val="1300"/>
              <a:buChar char="●"/>
            </a:pPr>
            <a:r>
              <a:rPr lang="en-US" sz="1300">
                <a:solidFill>
                  <a:schemeClr val="dk1"/>
                </a:solidFill>
              </a:rPr>
              <a:t>754 videos crawled from YouTube</a:t>
            </a:r>
            <a:endParaRPr sz="1300">
              <a:solidFill>
                <a:schemeClr val="dk1"/>
              </a:solidFill>
            </a:endParaRPr>
          </a:p>
          <a:p>
            <a:pPr indent="0" lvl="0" marL="0" marR="0" rtl="0" algn="l">
              <a:lnSpc>
                <a:spcPct val="119000"/>
              </a:lnSpc>
              <a:spcBef>
                <a:spcPts val="0"/>
              </a:spcBef>
              <a:spcAft>
                <a:spcPts val="0"/>
              </a:spcAft>
              <a:buNone/>
            </a:pPr>
            <a:r>
              <a:rPr lang="en-US" sz="1300">
                <a:solidFill>
                  <a:schemeClr val="dk1"/>
                </a:solidFill>
              </a:rPr>
              <a:t>Test (61 videos):</a:t>
            </a:r>
            <a:endParaRPr sz="1300">
              <a:solidFill>
                <a:schemeClr val="dk1"/>
              </a:solidFill>
            </a:endParaRPr>
          </a:p>
          <a:p>
            <a:pPr indent="-311150" lvl="0" marL="457200" marR="0" rtl="0" algn="l">
              <a:lnSpc>
                <a:spcPct val="119000"/>
              </a:lnSpc>
              <a:spcBef>
                <a:spcPts val="0"/>
              </a:spcBef>
              <a:spcAft>
                <a:spcPts val="0"/>
              </a:spcAft>
              <a:buClr>
                <a:schemeClr val="dk1"/>
              </a:buClr>
              <a:buSzPts val="1300"/>
              <a:buChar char="●"/>
            </a:pPr>
            <a:r>
              <a:rPr lang="en-US" sz="1300">
                <a:solidFill>
                  <a:schemeClr val="dk1"/>
                </a:solidFill>
              </a:rPr>
              <a:t>61 noisy real-world videos</a:t>
            </a:r>
            <a:endParaRPr sz="1300">
              <a:solidFill>
                <a:schemeClr val="dk1"/>
              </a:solidFill>
            </a:endParaRPr>
          </a:p>
        </p:txBody>
      </p:sp>
      <p:sp>
        <p:nvSpPr>
          <p:cNvPr id="210" name="Google Shape;210;g3e462fd33d1_0_50"/>
          <p:cNvSpPr/>
          <p:nvPr/>
        </p:nvSpPr>
        <p:spPr>
          <a:xfrm>
            <a:off x="606125" y="2698300"/>
            <a:ext cx="2864400" cy="208500"/>
          </a:xfrm>
          <a:prstGeom prst="rect">
            <a:avLst/>
          </a:prstGeom>
          <a:noFill/>
          <a:ln>
            <a:noFill/>
          </a:ln>
        </p:spPr>
        <p:txBody>
          <a:bodyPr anchorCtr="0" anchor="t" bIns="0" lIns="0" spcFirstLastPara="1" rIns="0" wrap="square" tIns="0">
            <a:noAutofit/>
          </a:bodyPr>
          <a:lstStyle/>
          <a:p>
            <a:pPr indent="-302447" lvl="0" marL="439793" marR="0" rtl="0" algn="l">
              <a:lnSpc>
                <a:spcPct val="119000"/>
              </a:lnSpc>
              <a:spcBef>
                <a:spcPts val="0"/>
              </a:spcBef>
              <a:spcAft>
                <a:spcPts val="0"/>
              </a:spcAft>
              <a:buClr>
                <a:schemeClr val="dk1"/>
              </a:buClr>
              <a:buSzPts val="1300"/>
              <a:buChar char="●"/>
            </a:pPr>
            <a:r>
              <a:rPr lang="en-US" sz="1300">
                <a:solidFill>
                  <a:schemeClr val="dk1"/>
                </a:solidFill>
              </a:rPr>
              <a:t>No corrupted videos</a:t>
            </a:r>
            <a:endParaRPr sz="1300">
              <a:solidFill>
                <a:schemeClr val="dk1"/>
              </a:solidFill>
            </a:endParaRPr>
          </a:p>
          <a:p>
            <a:pPr indent="-302447" lvl="0" marL="439793" marR="0" rtl="0" algn="l">
              <a:lnSpc>
                <a:spcPct val="119000"/>
              </a:lnSpc>
              <a:spcBef>
                <a:spcPts val="0"/>
              </a:spcBef>
              <a:spcAft>
                <a:spcPts val="0"/>
              </a:spcAft>
              <a:buClr>
                <a:schemeClr val="dk1"/>
              </a:buClr>
              <a:buSzPts val="1300"/>
              <a:buChar char="●"/>
            </a:pPr>
            <a:r>
              <a:rPr lang="en-US" sz="1300">
                <a:solidFill>
                  <a:schemeClr val="dk1"/>
                </a:solidFill>
              </a:rPr>
              <a:t>22 exercises (removed planks)</a:t>
            </a:r>
            <a:endParaRPr sz="1300">
              <a:solidFill>
                <a:schemeClr val="dk1"/>
              </a:solidFill>
            </a:endParaRPr>
          </a:p>
        </p:txBody>
      </p:sp>
      <p:sp>
        <p:nvSpPr>
          <p:cNvPr id="211" name="Google Shape;211;g3e462fd33d1_0_50"/>
          <p:cNvSpPr/>
          <p:nvPr/>
        </p:nvSpPr>
        <p:spPr>
          <a:xfrm>
            <a:off x="606139" y="2388224"/>
            <a:ext cx="2215500" cy="2085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49495A"/>
              </a:buClr>
              <a:buSzPts val="1263"/>
              <a:buFont typeface="Libre Baskerville"/>
              <a:buNone/>
            </a:pPr>
            <a:r>
              <a:rPr lang="en-US" sz="1500">
                <a:solidFill>
                  <a:schemeClr val="dk1"/>
                </a:solidFill>
              </a:rPr>
              <a:t>Additional</a:t>
            </a:r>
            <a:endParaRPr i="0" sz="1500" u="none" cap="none" strike="noStrike">
              <a:solidFill>
                <a:schemeClr val="dk1"/>
              </a:solidFill>
            </a:endParaRPr>
          </a:p>
        </p:txBody>
      </p:sp>
      <p:pic>
        <p:nvPicPr>
          <p:cNvPr id="212" name="Google Shape;212;g3e462fd33d1_0_50"/>
          <p:cNvPicPr preferRelativeResize="0"/>
          <p:nvPr/>
        </p:nvPicPr>
        <p:blipFill>
          <a:blip r:embed="rId3">
            <a:alphaModFix/>
          </a:blip>
          <a:stretch>
            <a:fillRect/>
          </a:stretch>
        </p:blipFill>
        <p:spPr>
          <a:xfrm>
            <a:off x="4335138" y="49275"/>
            <a:ext cx="2859905" cy="1419126"/>
          </a:xfrm>
          <a:prstGeom prst="rect">
            <a:avLst/>
          </a:prstGeom>
          <a:noFill/>
          <a:ln>
            <a:noFill/>
          </a:ln>
        </p:spPr>
      </p:pic>
      <p:pic>
        <p:nvPicPr>
          <p:cNvPr id="213" name="Google Shape;213;g3e462fd33d1_0_50"/>
          <p:cNvPicPr preferRelativeResize="0"/>
          <p:nvPr/>
        </p:nvPicPr>
        <p:blipFill>
          <a:blip r:embed="rId4">
            <a:alphaModFix/>
          </a:blip>
          <a:stretch>
            <a:fillRect/>
          </a:stretch>
        </p:blipFill>
        <p:spPr>
          <a:xfrm>
            <a:off x="7763325" y="0"/>
            <a:ext cx="2864399" cy="1421359"/>
          </a:xfrm>
          <a:prstGeom prst="rect">
            <a:avLst/>
          </a:prstGeom>
          <a:noFill/>
          <a:ln>
            <a:noFill/>
          </a:ln>
        </p:spPr>
      </p:pic>
      <p:pic>
        <p:nvPicPr>
          <p:cNvPr id="214" name="Google Shape;214;g3e462fd33d1_0_50"/>
          <p:cNvPicPr preferRelativeResize="0"/>
          <p:nvPr/>
        </p:nvPicPr>
        <p:blipFill>
          <a:blip r:embed="rId5">
            <a:alphaModFix/>
          </a:blip>
          <a:stretch>
            <a:fillRect/>
          </a:stretch>
        </p:blipFill>
        <p:spPr>
          <a:xfrm>
            <a:off x="7937550" y="1500150"/>
            <a:ext cx="2690185" cy="1668599"/>
          </a:xfrm>
          <a:prstGeom prst="rect">
            <a:avLst/>
          </a:prstGeom>
          <a:noFill/>
          <a:ln>
            <a:noFill/>
          </a:ln>
        </p:spPr>
      </p:pic>
      <p:pic>
        <p:nvPicPr>
          <p:cNvPr id="215" name="Google Shape;215;g3e462fd33d1_0_50"/>
          <p:cNvPicPr preferRelativeResize="0"/>
          <p:nvPr/>
        </p:nvPicPr>
        <p:blipFill>
          <a:blip r:embed="rId6">
            <a:alphaModFix/>
          </a:blip>
          <a:stretch>
            <a:fillRect/>
          </a:stretch>
        </p:blipFill>
        <p:spPr>
          <a:xfrm>
            <a:off x="4419975" y="1500150"/>
            <a:ext cx="2690230" cy="1668599"/>
          </a:xfrm>
          <a:prstGeom prst="rect">
            <a:avLst/>
          </a:prstGeom>
          <a:noFill/>
          <a:ln>
            <a:noFill/>
          </a:ln>
        </p:spPr>
      </p:pic>
      <p:pic>
        <p:nvPicPr>
          <p:cNvPr id="216" name="Google Shape;216;g3e462fd33d1_0_50"/>
          <p:cNvPicPr preferRelativeResize="0"/>
          <p:nvPr/>
        </p:nvPicPr>
        <p:blipFill>
          <a:blip r:embed="rId7">
            <a:alphaModFix/>
          </a:blip>
          <a:stretch>
            <a:fillRect/>
          </a:stretch>
        </p:blipFill>
        <p:spPr>
          <a:xfrm>
            <a:off x="7937514" y="3200488"/>
            <a:ext cx="2690250" cy="1668639"/>
          </a:xfrm>
          <a:prstGeom prst="rect">
            <a:avLst/>
          </a:prstGeom>
          <a:noFill/>
          <a:ln>
            <a:noFill/>
          </a:ln>
        </p:spPr>
      </p:pic>
      <p:pic>
        <p:nvPicPr>
          <p:cNvPr id="217" name="Google Shape;217;g3e462fd33d1_0_50"/>
          <p:cNvPicPr preferRelativeResize="0"/>
          <p:nvPr/>
        </p:nvPicPr>
        <p:blipFill>
          <a:blip r:embed="rId8">
            <a:alphaModFix/>
          </a:blip>
          <a:stretch>
            <a:fillRect/>
          </a:stretch>
        </p:blipFill>
        <p:spPr>
          <a:xfrm>
            <a:off x="4419975" y="3200500"/>
            <a:ext cx="2690225" cy="1668624"/>
          </a:xfrm>
          <a:prstGeom prst="rect">
            <a:avLst/>
          </a:prstGeom>
          <a:noFill/>
          <a:ln>
            <a:noFill/>
          </a:ln>
        </p:spPr>
      </p:pic>
      <p:pic>
        <p:nvPicPr>
          <p:cNvPr id="218" name="Google Shape;218;g3e462fd33d1_0_50"/>
          <p:cNvPicPr preferRelativeResize="0"/>
          <p:nvPr/>
        </p:nvPicPr>
        <p:blipFill>
          <a:blip r:embed="rId9">
            <a:alphaModFix/>
          </a:blip>
          <a:stretch>
            <a:fillRect/>
          </a:stretch>
        </p:blipFill>
        <p:spPr>
          <a:xfrm>
            <a:off x="7824063" y="4823475"/>
            <a:ext cx="2917174" cy="1445324"/>
          </a:xfrm>
          <a:prstGeom prst="rect">
            <a:avLst/>
          </a:prstGeom>
          <a:noFill/>
          <a:ln>
            <a:noFill/>
          </a:ln>
        </p:spPr>
      </p:pic>
      <p:pic>
        <p:nvPicPr>
          <p:cNvPr id="219" name="Google Shape;219;g3e462fd33d1_0_50"/>
          <p:cNvPicPr preferRelativeResize="0"/>
          <p:nvPr/>
        </p:nvPicPr>
        <p:blipFill>
          <a:blip r:embed="rId10">
            <a:alphaModFix/>
          </a:blip>
          <a:stretch>
            <a:fillRect/>
          </a:stretch>
        </p:blipFill>
        <p:spPr>
          <a:xfrm>
            <a:off x="4306488" y="4900875"/>
            <a:ext cx="2917182" cy="1445325"/>
          </a:xfrm>
          <a:prstGeom prst="rect">
            <a:avLst/>
          </a:prstGeom>
          <a:noFill/>
          <a:ln>
            <a:noFill/>
          </a:ln>
        </p:spPr>
      </p:pic>
      <p:sp>
        <p:nvSpPr>
          <p:cNvPr id="220" name="Google Shape;220;g3e462fd33d1_0_50"/>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sp>
        <p:nvSpPr>
          <p:cNvPr id="221" name="Google Shape;221;g3e462fd33d1_0_50"/>
          <p:cNvSpPr txBox="1"/>
          <p:nvPr>
            <p:ph idx="12" type="sldNum"/>
          </p:nvPr>
        </p:nvSpPr>
        <p:spPr>
          <a:xfrm>
            <a:off x="86216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g3e462fd33d1_0_90"/>
          <p:cNvSpPr txBox="1"/>
          <p:nvPr>
            <p:ph type="title"/>
          </p:nvPr>
        </p:nvSpPr>
        <p:spPr>
          <a:xfrm>
            <a:off x="838199" y="0"/>
            <a:ext cx="10515600" cy="1312800"/>
          </a:xfrm>
          <a:prstGeom prst="rect">
            <a:avLst/>
          </a:prstGeom>
          <a:noFill/>
          <a:ln>
            <a:noFill/>
          </a:ln>
        </p:spPr>
        <p:txBody>
          <a:bodyPr anchorCtr="0" anchor="ctr" bIns="45700" lIns="0" spcFirstLastPara="1" rIns="0" wrap="square" tIns="45700">
            <a:noAutofit/>
          </a:bodyPr>
          <a:lstStyle/>
          <a:p>
            <a:pPr indent="0" lvl="0" marL="0" rtl="0" algn="l">
              <a:lnSpc>
                <a:spcPct val="90000"/>
              </a:lnSpc>
              <a:spcBef>
                <a:spcPts val="0"/>
              </a:spcBef>
              <a:spcAft>
                <a:spcPts val="0"/>
              </a:spcAft>
              <a:buClr>
                <a:srgbClr val="800000"/>
              </a:buClr>
              <a:buSzPts val="3600"/>
              <a:buFont typeface="Arial"/>
              <a:buNone/>
            </a:pPr>
            <a:r>
              <a:rPr b="1" lang="en-US">
                <a:latin typeface="Arial"/>
                <a:ea typeface="Arial"/>
                <a:cs typeface="Arial"/>
                <a:sym typeface="Arial"/>
              </a:rPr>
              <a:t>Pre-Processing</a:t>
            </a:r>
            <a:endParaRPr/>
          </a:p>
        </p:txBody>
      </p:sp>
      <p:sp>
        <p:nvSpPr>
          <p:cNvPr id="227" name="Google Shape;227;g3e462fd33d1_0_90"/>
          <p:cNvSpPr txBox="1"/>
          <p:nvPr>
            <p:ph idx="12" type="sldNum"/>
          </p:nvPr>
        </p:nvSpPr>
        <p:spPr>
          <a:xfrm>
            <a:off x="86216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228" name="Google Shape;228;g3e462fd33d1_0_90"/>
          <p:cNvSpPr/>
          <p:nvPr/>
        </p:nvSpPr>
        <p:spPr>
          <a:xfrm>
            <a:off x="838200" y="1312800"/>
            <a:ext cx="4380900" cy="2347200"/>
          </a:xfrm>
          <a:prstGeom prst="roundRect">
            <a:avLst>
              <a:gd fmla="val 9827" name="adj"/>
            </a:avLst>
          </a:prstGeom>
          <a:solidFill>
            <a:schemeClr val="lt2"/>
          </a:solidFill>
          <a:ln>
            <a:noFill/>
          </a:ln>
        </p:spPr>
        <p:txBody>
          <a:bodyPr anchorCtr="0" anchor="ctr" bIns="114325" lIns="114325" spcFirstLastPara="1" rIns="114325" wrap="square" tIns="114325">
            <a:noAutofit/>
          </a:bodyPr>
          <a:lstStyle/>
          <a:p>
            <a:pPr indent="0" lvl="0" marL="0" rtl="0" algn="l">
              <a:spcBef>
                <a:spcPts val="0"/>
              </a:spcBef>
              <a:spcAft>
                <a:spcPts val="0"/>
              </a:spcAft>
              <a:buNone/>
            </a:pPr>
            <a:r>
              <a:t/>
            </a:r>
            <a:endParaRPr/>
          </a:p>
        </p:txBody>
      </p:sp>
      <p:sp>
        <p:nvSpPr>
          <p:cNvPr id="229" name="Google Shape;229;g3e462fd33d1_0_90"/>
          <p:cNvSpPr/>
          <p:nvPr/>
        </p:nvSpPr>
        <p:spPr>
          <a:xfrm>
            <a:off x="956100" y="1707775"/>
            <a:ext cx="3505200" cy="1905300"/>
          </a:xfrm>
          <a:prstGeom prst="rect">
            <a:avLst/>
          </a:prstGeom>
          <a:noFill/>
          <a:ln>
            <a:noFill/>
          </a:ln>
        </p:spPr>
        <p:txBody>
          <a:bodyPr anchorCtr="0" anchor="t" bIns="0" lIns="0" spcFirstLastPara="1" rIns="0" wrap="square" tIns="0">
            <a:noAutofit/>
          </a:bodyPr>
          <a:lstStyle/>
          <a:p>
            <a:pPr indent="-317500" lvl="0" marL="457200" rtl="0" algn="l">
              <a:lnSpc>
                <a:spcPct val="115000"/>
              </a:lnSpc>
              <a:spcBef>
                <a:spcPts val="1200"/>
              </a:spcBef>
              <a:spcAft>
                <a:spcPts val="0"/>
              </a:spcAft>
              <a:buClr>
                <a:schemeClr val="dk1"/>
              </a:buClr>
              <a:buSzPts val="1400"/>
              <a:buChar char="●"/>
            </a:pPr>
            <a:r>
              <a:rPr lang="en-US">
                <a:solidFill>
                  <a:schemeClr val="dk1"/>
                </a:solidFill>
              </a:rPr>
              <a:t>Extracted 33 pose landmarks per frame</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Generated: </a:t>
            </a:r>
            <a:endParaRPr>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Normalized landmark coordinates</a:t>
            </a:r>
            <a:endParaRPr>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Joint-angle features</a:t>
            </a:r>
            <a:endParaRPr>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Geometry/body-position features</a:t>
            </a:r>
            <a:endParaRPr>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Temporal velocity features</a:t>
            </a:r>
            <a:endParaRPr>
              <a:solidFill>
                <a:schemeClr val="dk1"/>
              </a:solidFill>
            </a:endParaRPr>
          </a:p>
        </p:txBody>
      </p:sp>
      <p:sp>
        <p:nvSpPr>
          <p:cNvPr id="230" name="Google Shape;230;g3e462fd33d1_0_90"/>
          <p:cNvSpPr/>
          <p:nvPr/>
        </p:nvSpPr>
        <p:spPr>
          <a:xfrm>
            <a:off x="6335954" y="3803225"/>
            <a:ext cx="3937800" cy="2278800"/>
          </a:xfrm>
          <a:prstGeom prst="roundRect">
            <a:avLst>
              <a:gd fmla="val 5394" name="adj"/>
            </a:avLst>
          </a:prstGeom>
          <a:solidFill>
            <a:schemeClr val="accent1"/>
          </a:solidFill>
          <a:ln>
            <a:noFill/>
          </a:ln>
        </p:spPr>
        <p:txBody>
          <a:bodyPr anchorCtr="0" anchor="ctr" bIns="114325" lIns="114325" spcFirstLastPara="1" rIns="114325" wrap="square" tIns="114325">
            <a:noAutofit/>
          </a:bodyPr>
          <a:lstStyle/>
          <a:p>
            <a:pPr indent="0" lvl="0" marL="0" rtl="0" algn="l">
              <a:spcBef>
                <a:spcPts val="0"/>
              </a:spcBef>
              <a:spcAft>
                <a:spcPts val="0"/>
              </a:spcAft>
              <a:buNone/>
            </a:pPr>
            <a:r>
              <a:t/>
            </a:r>
            <a:endParaRPr/>
          </a:p>
        </p:txBody>
      </p:sp>
      <p:sp>
        <p:nvSpPr>
          <p:cNvPr id="231" name="Google Shape;231;g3e462fd33d1_0_90"/>
          <p:cNvSpPr/>
          <p:nvPr/>
        </p:nvSpPr>
        <p:spPr>
          <a:xfrm>
            <a:off x="6460597" y="3925600"/>
            <a:ext cx="3432300" cy="3651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49495A"/>
              </a:buClr>
              <a:buSzPts val="1313"/>
              <a:buFont typeface="Libre Baskerville"/>
              <a:buNone/>
            </a:pPr>
            <a:r>
              <a:rPr lang="en-US" sz="1713">
                <a:solidFill>
                  <a:schemeClr val="lt1"/>
                </a:solidFill>
              </a:rPr>
              <a:t>Final Feature Representation</a:t>
            </a:r>
            <a:endParaRPr i="0" sz="1713" u="none" cap="none" strike="noStrike">
              <a:solidFill>
                <a:schemeClr val="lt1"/>
              </a:solidFill>
            </a:endParaRPr>
          </a:p>
        </p:txBody>
      </p:sp>
      <p:sp>
        <p:nvSpPr>
          <p:cNvPr id="232" name="Google Shape;232;g3e462fd33d1_0_90"/>
          <p:cNvSpPr/>
          <p:nvPr/>
        </p:nvSpPr>
        <p:spPr>
          <a:xfrm>
            <a:off x="6460600" y="4290700"/>
            <a:ext cx="3629100" cy="1701900"/>
          </a:xfrm>
          <a:prstGeom prst="rect">
            <a:avLst/>
          </a:prstGeom>
          <a:noFill/>
          <a:ln>
            <a:noFill/>
          </a:ln>
        </p:spPr>
        <p:txBody>
          <a:bodyPr anchorCtr="0" anchor="t" bIns="0" lIns="0" spcFirstLastPara="1" rIns="0" wrap="square" tIns="0">
            <a:noAutofit/>
          </a:bodyPr>
          <a:lstStyle/>
          <a:p>
            <a:pPr indent="0" lvl="0" marL="0" rtl="0" algn="l">
              <a:lnSpc>
                <a:spcPct val="119000"/>
              </a:lnSpc>
              <a:spcBef>
                <a:spcPts val="0"/>
              </a:spcBef>
              <a:spcAft>
                <a:spcPts val="0"/>
              </a:spcAft>
              <a:buNone/>
            </a:pPr>
            <a:r>
              <a:rPr lang="en-US" sz="1500">
                <a:solidFill>
                  <a:schemeClr val="lt1"/>
                </a:solidFill>
              </a:rPr>
              <a:t>Per frame:</a:t>
            </a:r>
            <a:endParaRPr sz="1500">
              <a:solidFill>
                <a:schemeClr val="lt1"/>
              </a:solidFill>
            </a:endParaRPr>
          </a:p>
          <a:p>
            <a:pPr indent="-323850" lvl="0" marL="457200" rtl="0" algn="l">
              <a:lnSpc>
                <a:spcPct val="115000"/>
              </a:lnSpc>
              <a:spcBef>
                <a:spcPts val="1200"/>
              </a:spcBef>
              <a:spcAft>
                <a:spcPts val="0"/>
              </a:spcAft>
              <a:buClr>
                <a:schemeClr val="lt1"/>
              </a:buClr>
              <a:buSzPts val="1500"/>
              <a:buChar char="●"/>
            </a:pPr>
            <a:r>
              <a:rPr lang="en-US" sz="1500">
                <a:solidFill>
                  <a:schemeClr val="lt1"/>
                </a:solidFill>
              </a:rPr>
              <a:t>150 base pose features</a:t>
            </a:r>
            <a:endParaRPr sz="1500">
              <a:solidFill>
                <a:schemeClr val="lt1"/>
              </a:solidFill>
            </a:endParaRPr>
          </a:p>
          <a:p>
            <a:pPr indent="-323850" lvl="0" marL="457200" rtl="0" algn="l">
              <a:lnSpc>
                <a:spcPct val="115000"/>
              </a:lnSpc>
              <a:spcBef>
                <a:spcPts val="0"/>
              </a:spcBef>
              <a:spcAft>
                <a:spcPts val="0"/>
              </a:spcAft>
              <a:buClr>
                <a:schemeClr val="lt1"/>
              </a:buClr>
              <a:buSzPts val="1500"/>
              <a:buChar char="●"/>
            </a:pPr>
            <a:r>
              <a:rPr lang="en-US" sz="1500">
                <a:solidFill>
                  <a:schemeClr val="lt1"/>
                </a:solidFill>
              </a:rPr>
              <a:t>150 velocity features</a:t>
            </a:r>
            <a:endParaRPr sz="1500">
              <a:solidFill>
                <a:schemeClr val="lt1"/>
              </a:solidFill>
            </a:endParaRPr>
          </a:p>
          <a:p>
            <a:pPr indent="0" lvl="0" marL="0" rtl="0" algn="l">
              <a:lnSpc>
                <a:spcPct val="115000"/>
              </a:lnSpc>
              <a:spcBef>
                <a:spcPts val="1200"/>
              </a:spcBef>
              <a:spcAft>
                <a:spcPts val="0"/>
              </a:spcAft>
              <a:buNone/>
            </a:pPr>
            <a:r>
              <a:rPr lang="en-US" sz="1500">
                <a:solidFill>
                  <a:schemeClr val="lt1"/>
                </a:solidFill>
              </a:rPr>
              <a:t>Final model input:</a:t>
            </a:r>
            <a:endParaRPr sz="1500">
              <a:solidFill>
                <a:schemeClr val="lt1"/>
              </a:solidFill>
            </a:endParaRPr>
          </a:p>
          <a:p>
            <a:pPr indent="-323850" lvl="0" marL="457200" rtl="0" algn="l">
              <a:lnSpc>
                <a:spcPct val="115000"/>
              </a:lnSpc>
              <a:spcBef>
                <a:spcPts val="1200"/>
              </a:spcBef>
              <a:spcAft>
                <a:spcPts val="0"/>
              </a:spcAft>
              <a:buClr>
                <a:schemeClr val="lt1"/>
              </a:buClr>
              <a:buSzPts val="1500"/>
              <a:buChar char="●"/>
            </a:pPr>
            <a:r>
              <a:rPr b="1" lang="en-US" sz="1500">
                <a:solidFill>
                  <a:schemeClr val="lt1"/>
                </a:solidFill>
              </a:rPr>
              <a:t>48 × 300</a:t>
            </a:r>
            <a:r>
              <a:rPr lang="en-US" sz="1500">
                <a:solidFill>
                  <a:schemeClr val="lt1"/>
                </a:solidFill>
              </a:rPr>
              <a:t> feature sequences</a:t>
            </a:r>
            <a:endParaRPr sz="1500">
              <a:solidFill>
                <a:schemeClr val="lt1"/>
              </a:solidFill>
            </a:endParaRPr>
          </a:p>
        </p:txBody>
      </p:sp>
      <p:sp>
        <p:nvSpPr>
          <p:cNvPr id="233" name="Google Shape;233;g3e462fd33d1_0_90"/>
          <p:cNvSpPr/>
          <p:nvPr/>
        </p:nvSpPr>
        <p:spPr>
          <a:xfrm>
            <a:off x="838200" y="3882350"/>
            <a:ext cx="4380900" cy="2199600"/>
          </a:xfrm>
          <a:prstGeom prst="roundRect">
            <a:avLst>
              <a:gd fmla="val 8754" name="adj"/>
            </a:avLst>
          </a:prstGeom>
          <a:solidFill>
            <a:schemeClr val="lt2"/>
          </a:solidFill>
          <a:ln>
            <a:noFill/>
          </a:ln>
        </p:spPr>
        <p:txBody>
          <a:bodyPr anchorCtr="0" anchor="ctr" bIns="109975" lIns="109975" spcFirstLastPara="1" rIns="109975" wrap="square" tIns="109975">
            <a:noAutofit/>
          </a:bodyPr>
          <a:lstStyle/>
          <a:p>
            <a:pPr indent="0" lvl="0" marL="0" rtl="0" algn="l">
              <a:spcBef>
                <a:spcPts val="0"/>
              </a:spcBef>
              <a:spcAft>
                <a:spcPts val="0"/>
              </a:spcAft>
              <a:buNone/>
            </a:pPr>
            <a:r>
              <a:t/>
            </a:r>
            <a:endParaRPr sz="1347"/>
          </a:p>
        </p:txBody>
      </p:sp>
      <p:sp>
        <p:nvSpPr>
          <p:cNvPr id="234" name="Google Shape;234;g3e462fd33d1_0_90"/>
          <p:cNvSpPr/>
          <p:nvPr/>
        </p:nvSpPr>
        <p:spPr>
          <a:xfrm>
            <a:off x="951625" y="4448175"/>
            <a:ext cx="3703200" cy="1222800"/>
          </a:xfrm>
          <a:prstGeom prst="rect">
            <a:avLst/>
          </a:prstGeom>
          <a:noFill/>
          <a:ln>
            <a:noFill/>
          </a:ln>
        </p:spPr>
        <p:txBody>
          <a:bodyPr anchorCtr="0" anchor="t" bIns="0" lIns="0" spcFirstLastPara="1" rIns="0" wrap="square" tIns="0">
            <a:noAutofit/>
          </a:bodyPr>
          <a:lstStyle/>
          <a:p>
            <a:pPr indent="-317500" lvl="0" marL="457200" rtl="0" algn="l">
              <a:lnSpc>
                <a:spcPct val="115000"/>
              </a:lnSpc>
              <a:spcBef>
                <a:spcPts val="1200"/>
              </a:spcBef>
              <a:spcAft>
                <a:spcPts val="0"/>
              </a:spcAft>
              <a:buClr>
                <a:schemeClr val="dk1"/>
              </a:buClr>
              <a:buSzPts val="1400"/>
              <a:buChar char="●"/>
            </a:pPr>
            <a:r>
              <a:rPr lang="en-US">
                <a:solidFill>
                  <a:schemeClr val="dk1"/>
                </a:solidFill>
              </a:rPr>
              <a:t>Built overlapping sliding-window sequences:</a:t>
            </a:r>
            <a:endParaRPr>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48 frames per sequence</a:t>
            </a:r>
            <a:endParaRPr>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50% overlap</a:t>
            </a:r>
            <a:endParaRPr>
              <a:solidFill>
                <a:schemeClr val="dk1"/>
              </a:solidFill>
            </a:endParaRPr>
          </a:p>
          <a:p>
            <a:pPr indent="-308797" lvl="0" marL="439793" marR="0" rtl="0" algn="l">
              <a:lnSpc>
                <a:spcPct val="119000"/>
              </a:lnSpc>
              <a:spcBef>
                <a:spcPts val="0"/>
              </a:spcBef>
              <a:spcAft>
                <a:spcPts val="0"/>
              </a:spcAft>
              <a:buClr>
                <a:schemeClr val="dk1"/>
              </a:buClr>
              <a:buSzPts val="1400"/>
              <a:buChar char="●"/>
            </a:pPr>
            <a:r>
              <a:rPr lang="en-US">
                <a:solidFill>
                  <a:schemeClr val="dk1"/>
                </a:solidFill>
              </a:rPr>
              <a:t>Converted videos into fixed-length temporal pose sequences</a:t>
            </a:r>
            <a:endParaRPr>
              <a:solidFill>
                <a:schemeClr val="dk1"/>
              </a:solidFill>
            </a:endParaRPr>
          </a:p>
        </p:txBody>
      </p:sp>
      <p:sp>
        <p:nvSpPr>
          <p:cNvPr id="235" name="Google Shape;235;g3e462fd33d1_0_90"/>
          <p:cNvSpPr/>
          <p:nvPr/>
        </p:nvSpPr>
        <p:spPr>
          <a:xfrm>
            <a:off x="979824" y="4008050"/>
            <a:ext cx="3822900" cy="3651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49495A"/>
              </a:buClr>
              <a:buSzPts val="1263"/>
              <a:buFont typeface="Libre Baskerville"/>
              <a:buNone/>
            </a:pPr>
            <a:r>
              <a:rPr lang="en-US" sz="1700">
                <a:solidFill>
                  <a:schemeClr val="dk1"/>
                </a:solidFill>
              </a:rPr>
              <a:t>Temporal Sequence Construction</a:t>
            </a:r>
            <a:endParaRPr i="0" sz="1700" u="none" cap="none" strike="noStrike">
              <a:solidFill>
                <a:schemeClr val="dk1"/>
              </a:solidFill>
            </a:endParaRPr>
          </a:p>
        </p:txBody>
      </p:sp>
      <p:sp>
        <p:nvSpPr>
          <p:cNvPr id="236" name="Google Shape;236;g3e462fd33d1_0_90"/>
          <p:cNvSpPr/>
          <p:nvPr/>
        </p:nvSpPr>
        <p:spPr>
          <a:xfrm>
            <a:off x="956105" y="1349933"/>
            <a:ext cx="3345900" cy="3207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49495A"/>
              </a:buClr>
              <a:buSzPts val="1263"/>
              <a:buFont typeface="Libre Baskerville"/>
              <a:buNone/>
            </a:pPr>
            <a:r>
              <a:rPr lang="en-US" sz="1700">
                <a:solidFill>
                  <a:schemeClr val="dk1"/>
                </a:solidFill>
              </a:rPr>
              <a:t>MediaPipe Pose Extraction</a:t>
            </a:r>
            <a:endParaRPr i="0" sz="1700" u="none" cap="none" strike="noStrike">
              <a:solidFill>
                <a:schemeClr val="dk1"/>
              </a:solidFill>
            </a:endParaRPr>
          </a:p>
        </p:txBody>
      </p:sp>
      <p:pic>
        <p:nvPicPr>
          <p:cNvPr id="237" name="Google Shape;237;g3e462fd33d1_0_90" title="push-up-1-qg4o60kjwrq39cjqyge7999dyp4j0xhwl33d6f3i8g.png"/>
          <p:cNvPicPr preferRelativeResize="0"/>
          <p:nvPr/>
        </p:nvPicPr>
        <p:blipFill>
          <a:blip r:embed="rId3">
            <a:alphaModFix/>
          </a:blip>
          <a:stretch>
            <a:fillRect/>
          </a:stretch>
        </p:blipFill>
        <p:spPr>
          <a:xfrm>
            <a:off x="6335950" y="1166000"/>
            <a:ext cx="3505200" cy="2336782"/>
          </a:xfrm>
          <a:prstGeom prst="rect">
            <a:avLst/>
          </a:prstGeom>
          <a:noFill/>
          <a:ln>
            <a:noFill/>
          </a:ln>
        </p:spPr>
      </p:pic>
      <p:sp>
        <p:nvSpPr>
          <p:cNvPr id="238" name="Google Shape;238;g3e462fd33d1_0_90"/>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g3e49763ec6b_1_2"/>
          <p:cNvSpPr txBox="1"/>
          <p:nvPr>
            <p:ph type="title"/>
          </p:nvPr>
        </p:nvSpPr>
        <p:spPr>
          <a:xfrm>
            <a:off x="478949" y="0"/>
            <a:ext cx="10515600" cy="1312800"/>
          </a:xfrm>
          <a:prstGeom prst="rect">
            <a:avLst/>
          </a:prstGeom>
          <a:noFill/>
          <a:ln>
            <a:noFill/>
          </a:ln>
        </p:spPr>
        <p:txBody>
          <a:bodyPr anchorCtr="0" anchor="ctr" bIns="45700" lIns="0" spcFirstLastPara="1" rIns="0" wrap="square" tIns="45700">
            <a:noAutofit/>
          </a:bodyPr>
          <a:lstStyle/>
          <a:p>
            <a:pPr indent="0" lvl="0" marL="0" rtl="0" algn="l">
              <a:lnSpc>
                <a:spcPct val="90000"/>
              </a:lnSpc>
              <a:spcBef>
                <a:spcPts val="0"/>
              </a:spcBef>
              <a:spcAft>
                <a:spcPts val="0"/>
              </a:spcAft>
              <a:buClr>
                <a:srgbClr val="800000"/>
              </a:buClr>
              <a:buSzPts val="3600"/>
              <a:buFont typeface="Arial"/>
              <a:buNone/>
            </a:pPr>
            <a:r>
              <a:rPr b="1" lang="en-US">
                <a:latin typeface="Arial"/>
                <a:ea typeface="Arial"/>
                <a:cs typeface="Arial"/>
                <a:sym typeface="Arial"/>
              </a:rPr>
              <a:t>Classification Solution</a:t>
            </a:r>
            <a:endParaRPr/>
          </a:p>
        </p:txBody>
      </p:sp>
      <p:sp>
        <p:nvSpPr>
          <p:cNvPr id="244" name="Google Shape;244;g3e49763ec6b_1_2"/>
          <p:cNvSpPr txBox="1"/>
          <p:nvPr>
            <p:ph idx="12" type="sldNum"/>
          </p:nvPr>
        </p:nvSpPr>
        <p:spPr>
          <a:xfrm>
            <a:off x="86216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245" name="Google Shape;245;g3e49763ec6b_1_2"/>
          <p:cNvSpPr txBox="1"/>
          <p:nvPr/>
        </p:nvSpPr>
        <p:spPr>
          <a:xfrm>
            <a:off x="478950" y="1111100"/>
            <a:ext cx="4108500" cy="531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400"/>
              </a:spcAft>
              <a:buNone/>
            </a:pPr>
            <a:r>
              <a:rPr b="1" lang="en-US" sz="1700">
                <a:solidFill>
                  <a:schemeClr val="dk1"/>
                </a:solidFill>
              </a:rPr>
              <a:t>Pose-Based Classification Pipeline</a:t>
            </a:r>
            <a:endParaRPr sz="1700">
              <a:solidFill>
                <a:schemeClr val="dk1"/>
              </a:solidFill>
            </a:endParaRPr>
          </a:p>
        </p:txBody>
      </p:sp>
      <p:sp>
        <p:nvSpPr>
          <p:cNvPr id="246" name="Google Shape;246;g3e49763ec6b_1_2"/>
          <p:cNvSpPr txBox="1"/>
          <p:nvPr/>
        </p:nvSpPr>
        <p:spPr>
          <a:xfrm>
            <a:off x="516150" y="3601950"/>
            <a:ext cx="4034100" cy="3990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400"/>
              </a:spcBef>
              <a:spcAft>
                <a:spcPts val="400"/>
              </a:spcAft>
              <a:buNone/>
            </a:pPr>
            <a:r>
              <a:rPr b="1" lang="en-US" sz="1700">
                <a:solidFill>
                  <a:schemeClr val="dk1"/>
                </a:solidFill>
              </a:rPr>
              <a:t>Training Strategy</a:t>
            </a:r>
            <a:endParaRPr b="1" sz="1700">
              <a:solidFill>
                <a:schemeClr val="dk1"/>
              </a:solidFill>
            </a:endParaRPr>
          </a:p>
        </p:txBody>
      </p:sp>
      <p:sp>
        <p:nvSpPr>
          <p:cNvPr id="247" name="Google Shape;247;g3e49763ec6b_1_2"/>
          <p:cNvSpPr txBox="1"/>
          <p:nvPr/>
        </p:nvSpPr>
        <p:spPr>
          <a:xfrm>
            <a:off x="516150" y="1594675"/>
            <a:ext cx="4644300" cy="1860900"/>
          </a:xfrm>
          <a:prstGeom prst="rect">
            <a:avLst/>
          </a:prstGeom>
          <a:noFill/>
          <a:ln>
            <a:noFill/>
          </a:ln>
        </p:spPr>
        <p:txBody>
          <a:bodyPr anchorCtr="0" anchor="t" bIns="91425" lIns="91425" spcFirstLastPara="1" rIns="91425" wrap="square" tIns="91425">
            <a:noAutofit/>
          </a:bodyPr>
          <a:lstStyle/>
          <a:p>
            <a:pPr indent="-317500" lvl="0" marL="457200" rtl="0" algn="l">
              <a:lnSpc>
                <a:spcPct val="115000"/>
              </a:lnSpc>
              <a:spcBef>
                <a:spcPts val="1200"/>
              </a:spcBef>
              <a:spcAft>
                <a:spcPts val="0"/>
              </a:spcAft>
              <a:buClr>
                <a:schemeClr val="dk1"/>
              </a:buClr>
              <a:buSzPts val="1400"/>
              <a:buAutoNum type="arabicPeriod"/>
            </a:pPr>
            <a:r>
              <a:rPr lang="en-US">
                <a:solidFill>
                  <a:schemeClr val="dk1"/>
                </a:solidFill>
              </a:rPr>
              <a:t>Capture workout video frames</a:t>
            </a:r>
            <a:endParaRPr>
              <a:solidFill>
                <a:schemeClr val="dk1"/>
              </a:solidFill>
            </a:endParaRPr>
          </a:p>
          <a:p>
            <a:pPr indent="-317500" lvl="0" marL="457200" rtl="0" algn="l">
              <a:lnSpc>
                <a:spcPct val="115000"/>
              </a:lnSpc>
              <a:spcBef>
                <a:spcPts val="0"/>
              </a:spcBef>
              <a:spcAft>
                <a:spcPts val="0"/>
              </a:spcAft>
              <a:buClr>
                <a:schemeClr val="dk1"/>
              </a:buClr>
              <a:buSzPts val="1400"/>
              <a:buAutoNum type="arabicPeriod"/>
            </a:pPr>
            <a:r>
              <a:rPr lang="en-US">
                <a:solidFill>
                  <a:schemeClr val="dk1"/>
                </a:solidFill>
              </a:rPr>
              <a:t>Extract 33 MediaPipe body landmarks per frame</a:t>
            </a:r>
            <a:endParaRPr>
              <a:solidFill>
                <a:schemeClr val="dk1"/>
              </a:solidFill>
            </a:endParaRPr>
          </a:p>
          <a:p>
            <a:pPr indent="-317500" lvl="0" marL="457200" rtl="0" algn="l">
              <a:lnSpc>
                <a:spcPct val="115000"/>
              </a:lnSpc>
              <a:spcBef>
                <a:spcPts val="0"/>
              </a:spcBef>
              <a:spcAft>
                <a:spcPts val="0"/>
              </a:spcAft>
              <a:buClr>
                <a:schemeClr val="dk1"/>
              </a:buClr>
              <a:buSzPts val="1400"/>
              <a:buAutoNum type="arabicPeriod"/>
            </a:pPr>
            <a:r>
              <a:rPr lang="en-US">
                <a:solidFill>
                  <a:schemeClr val="dk1"/>
                </a:solidFill>
              </a:rPr>
              <a:t>Generate pose, angle, geometry, and velocity features</a:t>
            </a:r>
            <a:endParaRPr>
              <a:solidFill>
                <a:schemeClr val="dk1"/>
              </a:solidFill>
            </a:endParaRPr>
          </a:p>
          <a:p>
            <a:pPr indent="-317500" lvl="0" marL="457200" rtl="0" algn="l">
              <a:lnSpc>
                <a:spcPct val="115000"/>
              </a:lnSpc>
              <a:spcBef>
                <a:spcPts val="0"/>
              </a:spcBef>
              <a:spcAft>
                <a:spcPts val="0"/>
              </a:spcAft>
              <a:buClr>
                <a:schemeClr val="dk1"/>
              </a:buClr>
              <a:buSzPts val="1400"/>
              <a:buAutoNum type="arabicPeriod"/>
            </a:pPr>
            <a:r>
              <a:rPr lang="en-US">
                <a:solidFill>
                  <a:schemeClr val="dk1"/>
                </a:solidFill>
              </a:rPr>
              <a:t>Construct temporal frame sequences (48 frames)</a:t>
            </a:r>
            <a:endParaRPr>
              <a:solidFill>
                <a:schemeClr val="dk1"/>
              </a:solidFill>
            </a:endParaRPr>
          </a:p>
          <a:p>
            <a:pPr indent="-317500" lvl="0" marL="457200" rtl="0" algn="l">
              <a:lnSpc>
                <a:spcPct val="115000"/>
              </a:lnSpc>
              <a:spcBef>
                <a:spcPts val="0"/>
              </a:spcBef>
              <a:spcAft>
                <a:spcPts val="0"/>
              </a:spcAft>
              <a:buClr>
                <a:schemeClr val="dk1"/>
              </a:buClr>
              <a:buSzPts val="1400"/>
              <a:buAutoNum type="arabicPeriod"/>
            </a:pPr>
            <a:r>
              <a:rPr lang="en-US">
                <a:solidFill>
                  <a:schemeClr val="dk1"/>
                </a:solidFill>
              </a:rPr>
              <a:t>Feed sequences into deep learning classification model</a:t>
            </a:r>
            <a:endParaRPr>
              <a:solidFill>
                <a:schemeClr val="dk1"/>
              </a:solidFill>
            </a:endParaRPr>
          </a:p>
        </p:txBody>
      </p:sp>
      <p:sp>
        <p:nvSpPr>
          <p:cNvPr id="248" name="Google Shape;248;g3e49763ec6b_1_2"/>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sp>
        <p:nvSpPr>
          <p:cNvPr id="249" name="Google Shape;249;g3e49763ec6b_1_2"/>
          <p:cNvSpPr txBox="1"/>
          <p:nvPr/>
        </p:nvSpPr>
        <p:spPr>
          <a:xfrm>
            <a:off x="327800" y="4099297"/>
            <a:ext cx="5227500" cy="1922100"/>
          </a:xfrm>
          <a:prstGeom prst="rect">
            <a:avLst/>
          </a:prstGeom>
          <a:noFill/>
          <a:ln>
            <a:noFill/>
          </a:ln>
        </p:spPr>
        <p:txBody>
          <a:bodyPr anchorCtr="0" anchor="t" bIns="91425" lIns="91425" spcFirstLastPara="1" rIns="91425" wrap="square" tIns="91425">
            <a:noAutofit/>
          </a:bodyPr>
          <a:lstStyle/>
          <a:p>
            <a:pPr indent="-317500" lvl="0" marL="457200" rtl="0" algn="l">
              <a:lnSpc>
                <a:spcPct val="115000"/>
              </a:lnSpc>
              <a:spcBef>
                <a:spcPts val="1200"/>
              </a:spcBef>
              <a:spcAft>
                <a:spcPts val="0"/>
              </a:spcAft>
              <a:buClr>
                <a:schemeClr val="dk1"/>
              </a:buClr>
              <a:buSzPts val="1400"/>
              <a:buChar char="●"/>
            </a:pPr>
            <a:r>
              <a:rPr lang="en-US">
                <a:solidFill>
                  <a:schemeClr val="dk1"/>
                </a:solidFill>
              </a:rPr>
              <a:t>5-Fold GroupKFold cross-validation by source video</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StandardScaler normalization fit within each training fold</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Pose-sequence augmentation for stronger generalization</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Weighted cross-entropy loss to handle class imbalance</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Adam optimizer with early stopping and LR scheduling</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Final retraining using the best CV-selected hyperparameters</a:t>
            </a:r>
            <a:endParaRPr>
              <a:solidFill>
                <a:schemeClr val="dk1"/>
              </a:solidFill>
            </a:endParaRPr>
          </a:p>
        </p:txBody>
      </p:sp>
      <p:graphicFrame>
        <p:nvGraphicFramePr>
          <p:cNvPr id="250" name="Google Shape;250;g3e49763ec6b_1_2"/>
          <p:cNvGraphicFramePr/>
          <p:nvPr/>
        </p:nvGraphicFramePr>
        <p:xfrm>
          <a:off x="5966650" y="300875"/>
          <a:ext cx="3000000" cy="3000000"/>
        </p:xfrm>
        <a:graphic>
          <a:graphicData uri="http://schemas.openxmlformats.org/drawingml/2006/table">
            <a:tbl>
              <a:tblPr>
                <a:noFill/>
                <a:tableStyleId>{DF0EDAAD-950B-4FCF-8CA7-8C2B3F66CF03}</a:tableStyleId>
              </a:tblPr>
              <a:tblGrid>
                <a:gridCol w="1221900"/>
                <a:gridCol w="2456700"/>
                <a:gridCol w="2456700"/>
              </a:tblGrid>
              <a:tr h="845325">
                <a:tc>
                  <a:txBody>
                    <a:bodyPr/>
                    <a:lstStyle/>
                    <a:p>
                      <a:pPr indent="0" lvl="0" marL="0" rtl="0" algn="ctr">
                        <a:lnSpc>
                          <a:spcPct val="115000"/>
                        </a:lnSpc>
                        <a:spcBef>
                          <a:spcPts val="0"/>
                        </a:spcBef>
                        <a:spcAft>
                          <a:spcPts val="0"/>
                        </a:spcAft>
                        <a:buNone/>
                      </a:pPr>
                      <a:r>
                        <a:rPr b="1" lang="en-US" sz="1200">
                          <a:solidFill>
                            <a:schemeClr val="dk1"/>
                          </a:solidFill>
                        </a:rPr>
                        <a:t>Model</a:t>
                      </a:r>
                      <a:endParaRPr b="1" sz="12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c>
                  <a:txBody>
                    <a:bodyPr/>
                    <a:lstStyle/>
                    <a:p>
                      <a:pPr indent="0" lvl="0" marL="0" rtl="0" algn="ctr">
                        <a:lnSpc>
                          <a:spcPct val="115000"/>
                        </a:lnSpc>
                        <a:spcBef>
                          <a:spcPts val="0"/>
                        </a:spcBef>
                        <a:spcAft>
                          <a:spcPts val="0"/>
                        </a:spcAft>
                        <a:buNone/>
                      </a:pPr>
                      <a:r>
                        <a:rPr b="1" lang="en-US" sz="1200">
                          <a:solidFill>
                            <a:schemeClr val="dk1"/>
                          </a:solidFill>
                        </a:rPr>
                        <a:t>Strength / Purpose</a:t>
                      </a:r>
                      <a:endParaRPr b="1" sz="12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c>
                  <a:txBody>
                    <a:bodyPr/>
                    <a:lstStyle/>
                    <a:p>
                      <a:pPr indent="0" lvl="0" marL="0" rtl="0" algn="ctr">
                        <a:lnSpc>
                          <a:spcPct val="115000"/>
                        </a:lnSpc>
                        <a:spcBef>
                          <a:spcPts val="0"/>
                        </a:spcBef>
                        <a:spcAft>
                          <a:spcPts val="0"/>
                        </a:spcAft>
                        <a:buNone/>
                      </a:pPr>
                      <a:r>
                        <a:rPr b="1" lang="en-US" sz="1200">
                          <a:solidFill>
                            <a:schemeClr val="dk1"/>
                          </a:solidFill>
                        </a:rPr>
                        <a:t>Specific Hyperparameters Tested</a:t>
                      </a:r>
                      <a:endParaRPr b="1" sz="12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r>
              <a:tr h="755400">
                <a:tc>
                  <a:txBody>
                    <a:bodyPr/>
                    <a:lstStyle/>
                    <a:p>
                      <a:pPr indent="0" lvl="0" marL="0" rtl="0" algn="ctr">
                        <a:spcBef>
                          <a:spcPts val="0"/>
                        </a:spcBef>
                        <a:spcAft>
                          <a:spcPts val="0"/>
                        </a:spcAft>
                        <a:buNone/>
                      </a:pPr>
                      <a:r>
                        <a:rPr b="1" lang="en-US" sz="1200">
                          <a:solidFill>
                            <a:schemeClr val="dk1"/>
                          </a:solidFill>
                        </a:rPr>
                        <a:t>CNN</a:t>
                      </a:r>
                      <a:endParaRPr b="1" sz="12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US" sz="1200">
                          <a:solidFill>
                            <a:schemeClr val="dk1"/>
                          </a:solidFill>
                        </a:rPr>
                        <a:t>Lightweight temporal feature extraction with fast mobile inference</a:t>
                      </a:r>
                      <a:endParaRPr sz="12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US" sz="1200">
                          <a:solidFill>
                            <a:schemeClr val="dk1"/>
                          </a:solidFill>
                        </a:rPr>
                        <a:t>Channels: (96,128,192,256), (</a:t>
                      </a:r>
                      <a:r>
                        <a:rPr lang="en-US" sz="1200">
                          <a:solidFill>
                            <a:schemeClr val="accent1"/>
                          </a:solidFill>
                        </a:rPr>
                        <a:t>64,128,192,256</a:t>
                      </a:r>
                      <a:r>
                        <a:rPr lang="en-US" sz="1200">
                          <a:solidFill>
                            <a:schemeClr val="dk1"/>
                          </a:solidFill>
                        </a:rPr>
                        <a:t>), (96,160,224,288), (128,160,224,320); kernels: (3,5,3,3), (</a:t>
                      </a:r>
                      <a:r>
                        <a:rPr lang="en-US" sz="1200">
                          <a:solidFill>
                            <a:schemeClr val="accent1"/>
                          </a:solidFill>
                        </a:rPr>
                        <a:t>3,5,5,3</a:t>
                      </a:r>
                      <a:r>
                        <a:rPr lang="en-US" sz="1200">
                          <a:solidFill>
                            <a:schemeClr val="dk1"/>
                          </a:solidFill>
                        </a:rPr>
                        <a:t>), (5,5,3,3); dropout: </a:t>
                      </a:r>
                      <a:r>
                        <a:rPr lang="en-US" sz="1200">
                          <a:solidFill>
                            <a:schemeClr val="accent1"/>
                          </a:solidFill>
                        </a:rPr>
                        <a:t>0.30</a:t>
                      </a:r>
                      <a:r>
                        <a:rPr lang="en-US" sz="1200">
                          <a:solidFill>
                            <a:schemeClr val="dk1"/>
                          </a:solidFill>
                        </a:rPr>
                        <a:t>–0.40; LR: </a:t>
                      </a:r>
                      <a:r>
                        <a:rPr lang="en-US" sz="1200">
                          <a:solidFill>
                            <a:schemeClr val="accent1"/>
                          </a:solidFill>
                        </a:rPr>
                        <a:t>1e-3</a:t>
                      </a:r>
                      <a:r>
                        <a:rPr lang="en-US" sz="1200">
                          <a:solidFill>
                            <a:schemeClr val="dk1"/>
                          </a:solidFill>
                        </a:rPr>
                        <a:t>, 5e-4; </a:t>
                      </a:r>
                      <a:r>
                        <a:rPr lang="en-US" sz="1200">
                          <a:solidFill>
                            <a:schemeClr val="dk1"/>
                          </a:solidFill>
                        </a:rPr>
                        <a:t>weight decay: </a:t>
                      </a:r>
                      <a:r>
                        <a:rPr lang="en-US" sz="1200">
                          <a:solidFill>
                            <a:schemeClr val="accent1"/>
                          </a:solidFill>
                        </a:rPr>
                        <a:t>1e-5</a:t>
                      </a:r>
                      <a:endParaRPr sz="1200">
                        <a:solidFill>
                          <a:schemeClr val="accent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r>
              <a:tr h="755400">
                <a:tc>
                  <a:txBody>
                    <a:bodyPr/>
                    <a:lstStyle/>
                    <a:p>
                      <a:pPr indent="0" lvl="0" marL="0" rtl="0" algn="ctr">
                        <a:spcBef>
                          <a:spcPts val="0"/>
                        </a:spcBef>
                        <a:spcAft>
                          <a:spcPts val="0"/>
                        </a:spcAft>
                        <a:buNone/>
                      </a:pPr>
                      <a:r>
                        <a:rPr b="1" lang="en-US" sz="1200">
                          <a:solidFill>
                            <a:schemeClr val="dk1"/>
                          </a:solidFill>
                        </a:rPr>
                        <a:t>LSTM</a:t>
                      </a:r>
                      <a:endParaRPr b="1" sz="12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US" sz="1200">
                          <a:solidFill>
                            <a:schemeClr val="dk1"/>
                          </a:solidFill>
                        </a:rPr>
                        <a:t>Sequential motion modeling using bidirectional temporal learning</a:t>
                      </a:r>
                      <a:endParaRPr sz="12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US" sz="1200">
                          <a:solidFill>
                            <a:schemeClr val="dk1"/>
                          </a:solidFill>
                        </a:rPr>
                        <a:t>Hidden size: </a:t>
                      </a:r>
                      <a:r>
                        <a:rPr lang="en-US" sz="1200">
                          <a:solidFill>
                            <a:schemeClr val="accent1"/>
                          </a:solidFill>
                        </a:rPr>
                        <a:t>128</a:t>
                      </a:r>
                      <a:r>
                        <a:rPr lang="en-US" sz="1200">
                          <a:solidFill>
                            <a:schemeClr val="dk1"/>
                          </a:solidFill>
                        </a:rPr>
                        <a:t>, 256; layers: 1, </a:t>
                      </a:r>
                      <a:r>
                        <a:rPr lang="en-US" sz="1200">
                          <a:solidFill>
                            <a:schemeClr val="accent1"/>
                          </a:solidFill>
                        </a:rPr>
                        <a:t>2</a:t>
                      </a:r>
                      <a:r>
                        <a:rPr lang="en-US" sz="1200">
                          <a:solidFill>
                            <a:schemeClr val="dk1"/>
                          </a:solidFill>
                        </a:rPr>
                        <a:t>; dropout: 0.30–0.40; LR: 1e-3, </a:t>
                      </a:r>
                      <a:r>
                        <a:rPr lang="en-US" sz="1200">
                          <a:solidFill>
                            <a:schemeClr val="accent1"/>
                          </a:solidFill>
                        </a:rPr>
                        <a:t>5e-4</a:t>
                      </a:r>
                      <a:r>
                        <a:rPr lang="en-US" sz="1200">
                          <a:solidFill>
                            <a:schemeClr val="dk1"/>
                          </a:solidFill>
                        </a:rPr>
                        <a:t>; </a:t>
                      </a:r>
                      <a:r>
                        <a:rPr lang="en-US" sz="1200">
                          <a:solidFill>
                            <a:schemeClr val="dk1"/>
                          </a:solidFill>
                        </a:rPr>
                        <a:t>weight decay: </a:t>
                      </a:r>
                      <a:r>
                        <a:rPr lang="en-US" sz="1200">
                          <a:solidFill>
                            <a:schemeClr val="accent1"/>
                          </a:solidFill>
                        </a:rPr>
                        <a:t>1e-5</a:t>
                      </a:r>
                      <a:r>
                        <a:rPr lang="en-US" sz="1200">
                          <a:solidFill>
                            <a:schemeClr val="dk1"/>
                          </a:solidFill>
                        </a:rPr>
                        <a:t>; </a:t>
                      </a:r>
                      <a:r>
                        <a:rPr lang="en-US" sz="1200">
                          <a:solidFill>
                            <a:schemeClr val="dk1"/>
                          </a:solidFill>
                        </a:rPr>
                        <a:t>bidirectional: True</a:t>
                      </a:r>
                      <a:endParaRPr b="1" sz="12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r>
              <a:tr h="755400">
                <a:tc>
                  <a:txBody>
                    <a:bodyPr/>
                    <a:lstStyle/>
                    <a:p>
                      <a:pPr indent="0" lvl="0" marL="0" rtl="0" algn="ctr">
                        <a:spcBef>
                          <a:spcPts val="0"/>
                        </a:spcBef>
                        <a:spcAft>
                          <a:spcPts val="0"/>
                        </a:spcAft>
                        <a:buNone/>
                      </a:pPr>
                      <a:r>
                        <a:rPr b="1" lang="en-US" sz="1200">
                          <a:solidFill>
                            <a:schemeClr val="dk1"/>
                          </a:solidFill>
                        </a:rPr>
                        <a:t>CNN + LSTM</a:t>
                      </a:r>
                      <a:endParaRPr b="1" sz="12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US" sz="1200">
                          <a:solidFill>
                            <a:schemeClr val="dk1"/>
                          </a:solidFill>
                        </a:rPr>
                        <a:t>Combines local motion extraction with temporal sequence modeling</a:t>
                      </a:r>
                      <a:endParaRPr sz="12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US" sz="1200">
                          <a:solidFill>
                            <a:schemeClr val="dk1"/>
                          </a:solidFill>
                        </a:rPr>
                        <a:t>CNN channels: (96,128,192), (96,160,224), (</a:t>
                      </a:r>
                      <a:r>
                        <a:rPr lang="en-US" sz="1200">
                          <a:solidFill>
                            <a:schemeClr val="accent1"/>
                          </a:solidFill>
                        </a:rPr>
                        <a:t>128,160,224</a:t>
                      </a:r>
                      <a:r>
                        <a:rPr lang="en-US" sz="1200">
                          <a:solidFill>
                            <a:schemeClr val="dk1"/>
                          </a:solidFill>
                        </a:rPr>
                        <a:t>); hidden size: 128, </a:t>
                      </a:r>
                      <a:r>
                        <a:rPr lang="en-US" sz="1200">
                          <a:solidFill>
                            <a:schemeClr val="accent1"/>
                          </a:solidFill>
                        </a:rPr>
                        <a:t>256</a:t>
                      </a:r>
                      <a:r>
                        <a:rPr lang="en-US" sz="1200">
                          <a:solidFill>
                            <a:schemeClr val="dk1"/>
                          </a:solidFill>
                        </a:rPr>
                        <a:t>; layers: </a:t>
                      </a:r>
                      <a:r>
                        <a:rPr lang="en-US" sz="1200">
                          <a:solidFill>
                            <a:schemeClr val="accent1"/>
                          </a:solidFill>
                        </a:rPr>
                        <a:t>1</a:t>
                      </a:r>
                      <a:r>
                        <a:rPr lang="en-US" sz="1200">
                          <a:solidFill>
                            <a:schemeClr val="dk1"/>
                          </a:solidFill>
                        </a:rPr>
                        <a:t>, 2; dropout: 0.30–0.40; LR: 1e-3, </a:t>
                      </a:r>
                      <a:r>
                        <a:rPr lang="en-US" sz="1200">
                          <a:solidFill>
                            <a:schemeClr val="accent1"/>
                          </a:solidFill>
                        </a:rPr>
                        <a:t>5e-4</a:t>
                      </a:r>
                      <a:r>
                        <a:rPr lang="en-US" sz="1200">
                          <a:solidFill>
                            <a:schemeClr val="dk1"/>
                          </a:solidFill>
                        </a:rPr>
                        <a:t>; weight decay: </a:t>
                      </a:r>
                      <a:r>
                        <a:rPr lang="en-US" sz="1200">
                          <a:solidFill>
                            <a:schemeClr val="accent1"/>
                          </a:solidFill>
                        </a:rPr>
                        <a:t>1e-5</a:t>
                      </a:r>
                      <a:endParaRPr sz="1200">
                        <a:solidFill>
                          <a:schemeClr val="accent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r>
              <a:tr h="755400">
                <a:tc>
                  <a:txBody>
                    <a:bodyPr/>
                    <a:lstStyle/>
                    <a:p>
                      <a:pPr indent="0" lvl="0" marL="0" rtl="0" algn="ctr">
                        <a:spcBef>
                          <a:spcPts val="0"/>
                        </a:spcBef>
                        <a:spcAft>
                          <a:spcPts val="0"/>
                        </a:spcAft>
                        <a:buNone/>
                      </a:pPr>
                      <a:r>
                        <a:rPr b="1" lang="en-US" sz="1200">
                          <a:solidFill>
                            <a:schemeClr val="dk1"/>
                          </a:solidFill>
                        </a:rPr>
                        <a:t>TCN</a:t>
                      </a:r>
                      <a:endParaRPr b="1" sz="12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US" sz="1200">
                          <a:solidFill>
                            <a:schemeClr val="dk1"/>
                          </a:solidFill>
                        </a:rPr>
                        <a:t>Efficient temporal modeling with dilated convolutions and residual connections</a:t>
                      </a:r>
                      <a:endParaRPr sz="1200">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US" sz="1200">
                          <a:solidFill>
                            <a:schemeClr val="dk1"/>
                          </a:solidFill>
                        </a:rPr>
                        <a:t>Projection channels: 128, </a:t>
                      </a:r>
                      <a:r>
                        <a:rPr lang="en-US" sz="1200">
                          <a:solidFill>
                            <a:schemeClr val="accent1"/>
                          </a:solidFill>
                        </a:rPr>
                        <a:t>160</a:t>
                      </a:r>
                      <a:r>
                        <a:rPr lang="en-US" sz="1200">
                          <a:solidFill>
                            <a:schemeClr val="dk1"/>
                          </a:solidFill>
                        </a:rPr>
                        <a:t>; TCN channels: (128,160,192,256), (128,192,224,256), (</a:t>
                      </a:r>
                      <a:r>
                        <a:rPr lang="en-US" sz="1200">
                          <a:solidFill>
                            <a:schemeClr val="accent1"/>
                          </a:solidFill>
                        </a:rPr>
                        <a:t>160,192,224,288</a:t>
                      </a:r>
                      <a:r>
                        <a:rPr lang="en-US" sz="1200">
                          <a:solidFill>
                            <a:schemeClr val="dk1"/>
                          </a:solidFill>
                        </a:rPr>
                        <a:t>); dilations: (</a:t>
                      </a:r>
                      <a:r>
                        <a:rPr lang="en-US" sz="1200">
                          <a:solidFill>
                            <a:schemeClr val="accent1"/>
                          </a:solidFill>
                        </a:rPr>
                        <a:t>1,2,4,8</a:t>
                      </a:r>
                      <a:r>
                        <a:rPr lang="en-US" sz="1200">
                          <a:solidFill>
                            <a:schemeClr val="dk1"/>
                          </a:solidFill>
                        </a:rPr>
                        <a:t>); kernel size: </a:t>
                      </a:r>
                      <a:r>
                        <a:rPr lang="en-US" sz="1200">
                          <a:solidFill>
                            <a:schemeClr val="accent1"/>
                          </a:solidFill>
                        </a:rPr>
                        <a:t>3</a:t>
                      </a:r>
                      <a:r>
                        <a:rPr lang="en-US" sz="1200">
                          <a:solidFill>
                            <a:schemeClr val="dk1"/>
                          </a:solidFill>
                        </a:rPr>
                        <a:t>, 5; dropout: 0.30–0.40; LR: 1e-3, </a:t>
                      </a:r>
                      <a:r>
                        <a:rPr lang="en-US" sz="1200">
                          <a:solidFill>
                            <a:schemeClr val="accent1"/>
                          </a:solidFill>
                        </a:rPr>
                        <a:t>5e-4</a:t>
                      </a:r>
                      <a:r>
                        <a:rPr lang="en-US" sz="1200">
                          <a:solidFill>
                            <a:schemeClr val="dk1"/>
                          </a:solidFill>
                        </a:rPr>
                        <a:t>; weight decay: </a:t>
                      </a:r>
                      <a:r>
                        <a:rPr lang="en-US" sz="1200">
                          <a:solidFill>
                            <a:schemeClr val="accent1"/>
                          </a:solidFill>
                        </a:rPr>
                        <a:t>1e-5</a:t>
                      </a:r>
                      <a:endParaRPr sz="1200">
                        <a:solidFill>
                          <a:schemeClr val="accent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accent2"/>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g3e462fd33d1_0_148"/>
          <p:cNvSpPr txBox="1"/>
          <p:nvPr>
            <p:ph type="title"/>
          </p:nvPr>
        </p:nvSpPr>
        <p:spPr>
          <a:xfrm>
            <a:off x="478949" y="0"/>
            <a:ext cx="10515600" cy="1312800"/>
          </a:xfrm>
          <a:prstGeom prst="rect">
            <a:avLst/>
          </a:prstGeom>
          <a:noFill/>
          <a:ln>
            <a:noFill/>
          </a:ln>
        </p:spPr>
        <p:txBody>
          <a:bodyPr anchorCtr="0" anchor="ctr" bIns="45700" lIns="0" spcFirstLastPara="1" rIns="0" wrap="square" tIns="45700">
            <a:noAutofit/>
          </a:bodyPr>
          <a:lstStyle/>
          <a:p>
            <a:pPr indent="0" lvl="0" marL="0" rtl="0" algn="l">
              <a:lnSpc>
                <a:spcPct val="90000"/>
              </a:lnSpc>
              <a:spcBef>
                <a:spcPts val="0"/>
              </a:spcBef>
              <a:spcAft>
                <a:spcPts val="0"/>
              </a:spcAft>
              <a:buClr>
                <a:srgbClr val="800000"/>
              </a:buClr>
              <a:buSzPts val="3600"/>
              <a:buFont typeface="Arial"/>
              <a:buNone/>
            </a:pPr>
            <a:r>
              <a:rPr b="1" lang="en-US">
                <a:latin typeface="Arial"/>
                <a:ea typeface="Arial"/>
                <a:cs typeface="Arial"/>
                <a:sym typeface="Arial"/>
              </a:rPr>
              <a:t>Classification Solution Results</a:t>
            </a:r>
            <a:endParaRPr/>
          </a:p>
        </p:txBody>
      </p:sp>
      <p:sp>
        <p:nvSpPr>
          <p:cNvPr id="256" name="Google Shape;256;g3e462fd33d1_0_148"/>
          <p:cNvSpPr txBox="1"/>
          <p:nvPr>
            <p:ph idx="12" type="sldNum"/>
          </p:nvPr>
        </p:nvSpPr>
        <p:spPr>
          <a:xfrm>
            <a:off x="86216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257" name="Google Shape;257;g3e462fd33d1_0_148"/>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graphicFrame>
        <p:nvGraphicFramePr>
          <p:cNvPr id="258" name="Google Shape;258;g3e462fd33d1_0_148"/>
          <p:cNvGraphicFramePr/>
          <p:nvPr/>
        </p:nvGraphicFramePr>
        <p:xfrm>
          <a:off x="710075" y="1374100"/>
          <a:ext cx="3000000" cy="3000000"/>
        </p:xfrm>
        <a:graphic>
          <a:graphicData uri="http://schemas.openxmlformats.org/drawingml/2006/table">
            <a:tbl>
              <a:tblPr>
                <a:noFill/>
                <a:tableStyleId>{DF0EDAAD-950B-4FCF-8CA7-8C2B3F66CF03}</a:tableStyleId>
              </a:tblPr>
              <a:tblGrid>
                <a:gridCol w="1917375"/>
                <a:gridCol w="1528050"/>
                <a:gridCol w="2228525"/>
              </a:tblGrid>
              <a:tr h="1136300">
                <a:tc>
                  <a:txBody>
                    <a:bodyPr/>
                    <a:lstStyle/>
                    <a:p>
                      <a:pPr indent="0" lvl="0" marL="0" rtl="0" algn="ctr">
                        <a:lnSpc>
                          <a:spcPct val="115000"/>
                        </a:lnSpc>
                        <a:spcBef>
                          <a:spcPts val="0"/>
                        </a:spcBef>
                        <a:spcAft>
                          <a:spcPts val="0"/>
                        </a:spcAft>
                        <a:buNone/>
                      </a:pPr>
                      <a:r>
                        <a:rPr b="1" lang="en-US" sz="1700"/>
                        <a:t>Model</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c>
                  <a:txBody>
                    <a:bodyPr/>
                    <a:lstStyle/>
                    <a:p>
                      <a:pPr indent="0" lvl="0" marL="0" rtl="0" algn="ctr">
                        <a:lnSpc>
                          <a:spcPct val="115000"/>
                        </a:lnSpc>
                        <a:spcBef>
                          <a:spcPts val="0"/>
                        </a:spcBef>
                        <a:spcAft>
                          <a:spcPts val="0"/>
                        </a:spcAft>
                        <a:buNone/>
                      </a:pPr>
                      <a:r>
                        <a:rPr b="1" lang="en-US" sz="1700"/>
                        <a:t>Mean CV Accuracy</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c>
                  <a:txBody>
                    <a:bodyPr/>
                    <a:lstStyle/>
                    <a:p>
                      <a:pPr indent="0" lvl="0" marL="0" rtl="0" algn="ctr">
                        <a:lnSpc>
                          <a:spcPct val="115000"/>
                        </a:lnSpc>
                        <a:spcBef>
                          <a:spcPts val="0"/>
                        </a:spcBef>
                        <a:spcAft>
                          <a:spcPts val="0"/>
                        </a:spcAft>
                        <a:buNone/>
                      </a:pPr>
                      <a:r>
                        <a:rPr b="1" lang="en-US" sz="1700"/>
                        <a:t>Official Test Accuracy</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r>
              <a:tr h="709425">
                <a:tc>
                  <a:txBody>
                    <a:bodyPr/>
                    <a:lstStyle/>
                    <a:p>
                      <a:pPr indent="0" lvl="0" marL="0" rtl="0" algn="ctr">
                        <a:spcBef>
                          <a:spcPts val="0"/>
                        </a:spcBef>
                        <a:spcAft>
                          <a:spcPts val="0"/>
                        </a:spcAft>
                        <a:buNone/>
                      </a:pPr>
                      <a:r>
                        <a:rPr lang="en-US" sz="1700"/>
                        <a:t>CNN</a:t>
                      </a:r>
                      <a:endParaRPr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c>
                  <a:txBody>
                    <a:bodyPr/>
                    <a:lstStyle/>
                    <a:p>
                      <a:pPr indent="0" lvl="0" marL="0" rtl="0" algn="ctr">
                        <a:lnSpc>
                          <a:spcPct val="115000"/>
                        </a:lnSpc>
                        <a:spcBef>
                          <a:spcPts val="0"/>
                        </a:spcBef>
                        <a:spcAft>
                          <a:spcPts val="0"/>
                        </a:spcAft>
                        <a:buNone/>
                      </a:pPr>
                      <a:r>
                        <a:rPr lang="en-US" sz="1700">
                          <a:solidFill>
                            <a:schemeClr val="accent1"/>
                          </a:solidFill>
                        </a:rPr>
                        <a:t>88.50%</a:t>
                      </a:r>
                      <a:endParaRPr sz="1700">
                        <a:solidFill>
                          <a:schemeClr val="accent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c>
                  <a:txBody>
                    <a:bodyPr/>
                    <a:lstStyle/>
                    <a:p>
                      <a:pPr indent="0" lvl="0" marL="0" rtl="0" algn="ctr">
                        <a:lnSpc>
                          <a:spcPct val="115000"/>
                        </a:lnSpc>
                        <a:spcBef>
                          <a:spcPts val="0"/>
                        </a:spcBef>
                        <a:spcAft>
                          <a:spcPts val="0"/>
                        </a:spcAft>
                        <a:buNone/>
                      </a:pPr>
                      <a:r>
                        <a:rPr lang="en-US" sz="1700"/>
                        <a:t>57.00%</a:t>
                      </a:r>
                      <a:endParaRPr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r>
              <a:tr h="709425">
                <a:tc>
                  <a:txBody>
                    <a:bodyPr/>
                    <a:lstStyle/>
                    <a:p>
                      <a:pPr indent="0" lvl="0" marL="0" rtl="0" algn="ctr">
                        <a:spcBef>
                          <a:spcPts val="0"/>
                        </a:spcBef>
                        <a:spcAft>
                          <a:spcPts val="0"/>
                        </a:spcAft>
                        <a:buNone/>
                      </a:pPr>
                      <a:r>
                        <a:rPr b="1" lang="en-US" sz="1700"/>
                        <a:t>LSTM</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c>
                  <a:txBody>
                    <a:bodyPr/>
                    <a:lstStyle/>
                    <a:p>
                      <a:pPr indent="0" lvl="0" marL="0" rtl="0" algn="ctr">
                        <a:lnSpc>
                          <a:spcPct val="115000"/>
                        </a:lnSpc>
                        <a:spcBef>
                          <a:spcPts val="0"/>
                        </a:spcBef>
                        <a:spcAft>
                          <a:spcPts val="0"/>
                        </a:spcAft>
                        <a:buNone/>
                      </a:pPr>
                      <a:r>
                        <a:rPr b="1" lang="en-US" sz="1700"/>
                        <a:t>87.31%</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c>
                  <a:txBody>
                    <a:bodyPr/>
                    <a:lstStyle/>
                    <a:p>
                      <a:pPr indent="0" lvl="0" marL="0" rtl="0" algn="ctr">
                        <a:lnSpc>
                          <a:spcPct val="115000"/>
                        </a:lnSpc>
                        <a:spcBef>
                          <a:spcPts val="0"/>
                        </a:spcBef>
                        <a:spcAft>
                          <a:spcPts val="0"/>
                        </a:spcAft>
                        <a:buNone/>
                      </a:pPr>
                      <a:r>
                        <a:rPr b="1" lang="en-US" sz="1700">
                          <a:solidFill>
                            <a:schemeClr val="accent1"/>
                          </a:solidFill>
                        </a:rPr>
                        <a:t>59.40%</a:t>
                      </a:r>
                      <a:endParaRPr b="1" sz="1700">
                        <a:solidFill>
                          <a:schemeClr val="accent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r>
              <a:tr h="1047975">
                <a:tc>
                  <a:txBody>
                    <a:bodyPr/>
                    <a:lstStyle/>
                    <a:p>
                      <a:pPr indent="0" lvl="0" marL="0" rtl="0" algn="ctr">
                        <a:spcBef>
                          <a:spcPts val="0"/>
                        </a:spcBef>
                        <a:spcAft>
                          <a:spcPts val="0"/>
                        </a:spcAft>
                        <a:buNone/>
                      </a:pPr>
                      <a:r>
                        <a:rPr lang="en-US" sz="1700"/>
                        <a:t>CNN + LSTM</a:t>
                      </a:r>
                      <a:endParaRPr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c>
                  <a:txBody>
                    <a:bodyPr/>
                    <a:lstStyle/>
                    <a:p>
                      <a:pPr indent="0" lvl="0" marL="0" rtl="0" algn="ctr">
                        <a:lnSpc>
                          <a:spcPct val="115000"/>
                        </a:lnSpc>
                        <a:spcBef>
                          <a:spcPts val="0"/>
                        </a:spcBef>
                        <a:spcAft>
                          <a:spcPts val="0"/>
                        </a:spcAft>
                        <a:buNone/>
                      </a:pPr>
                      <a:r>
                        <a:rPr lang="en-US" sz="1700"/>
                        <a:t>88.22%</a:t>
                      </a:r>
                      <a:endParaRPr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c>
                  <a:txBody>
                    <a:bodyPr/>
                    <a:lstStyle/>
                    <a:p>
                      <a:pPr indent="0" lvl="0" marL="0" rtl="0" algn="ctr">
                        <a:lnSpc>
                          <a:spcPct val="115000"/>
                        </a:lnSpc>
                        <a:spcBef>
                          <a:spcPts val="0"/>
                        </a:spcBef>
                        <a:spcAft>
                          <a:spcPts val="0"/>
                        </a:spcAft>
                        <a:buNone/>
                      </a:pPr>
                      <a:r>
                        <a:rPr lang="en-US" sz="1700">
                          <a:solidFill>
                            <a:schemeClr val="dk1"/>
                          </a:solidFill>
                        </a:rPr>
                        <a:t>57.70%</a:t>
                      </a:r>
                      <a:endParaRPr sz="17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r>
              <a:tr h="709425">
                <a:tc>
                  <a:txBody>
                    <a:bodyPr/>
                    <a:lstStyle/>
                    <a:p>
                      <a:pPr indent="0" lvl="0" marL="0" rtl="0" algn="ctr">
                        <a:spcBef>
                          <a:spcPts val="0"/>
                        </a:spcBef>
                        <a:spcAft>
                          <a:spcPts val="0"/>
                        </a:spcAft>
                        <a:buNone/>
                      </a:pPr>
                      <a:r>
                        <a:rPr lang="en-US" sz="1700"/>
                        <a:t>TCN</a:t>
                      </a:r>
                      <a:endParaRPr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c>
                  <a:txBody>
                    <a:bodyPr/>
                    <a:lstStyle/>
                    <a:p>
                      <a:pPr indent="0" lvl="0" marL="0" rtl="0" algn="ctr">
                        <a:lnSpc>
                          <a:spcPct val="115000"/>
                        </a:lnSpc>
                        <a:spcBef>
                          <a:spcPts val="0"/>
                        </a:spcBef>
                        <a:spcAft>
                          <a:spcPts val="0"/>
                        </a:spcAft>
                        <a:buNone/>
                      </a:pPr>
                      <a:r>
                        <a:rPr lang="en-US" sz="1700"/>
                        <a:t>88.22%</a:t>
                      </a:r>
                      <a:endParaRPr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c>
                  <a:txBody>
                    <a:bodyPr/>
                    <a:lstStyle/>
                    <a:p>
                      <a:pPr indent="0" lvl="0" marL="0" rtl="0" algn="ctr">
                        <a:lnSpc>
                          <a:spcPct val="115000"/>
                        </a:lnSpc>
                        <a:spcBef>
                          <a:spcPts val="0"/>
                        </a:spcBef>
                        <a:spcAft>
                          <a:spcPts val="0"/>
                        </a:spcAft>
                        <a:buNone/>
                      </a:pPr>
                      <a:r>
                        <a:rPr lang="en-US" sz="1700"/>
                        <a:t>57.39%</a:t>
                      </a:r>
                      <a:endParaRPr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accent2"/>
                    </a:solidFill>
                  </a:tcPr>
                </a:tc>
              </a:tr>
            </a:tbl>
          </a:graphicData>
        </a:graphic>
      </p:graphicFrame>
      <p:pic>
        <p:nvPicPr>
          <p:cNvPr id="259" name="Google Shape;259;g3e462fd33d1_0_148"/>
          <p:cNvPicPr preferRelativeResize="0"/>
          <p:nvPr/>
        </p:nvPicPr>
        <p:blipFill>
          <a:blip r:embed="rId3">
            <a:alphaModFix/>
          </a:blip>
          <a:stretch>
            <a:fillRect/>
          </a:stretch>
        </p:blipFill>
        <p:spPr>
          <a:xfrm>
            <a:off x="6526700" y="1312800"/>
            <a:ext cx="5343786" cy="483051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g3e462fd33d1_0_132"/>
          <p:cNvSpPr txBox="1"/>
          <p:nvPr>
            <p:ph type="title"/>
          </p:nvPr>
        </p:nvSpPr>
        <p:spPr>
          <a:xfrm>
            <a:off x="838199" y="0"/>
            <a:ext cx="10515600" cy="1312800"/>
          </a:xfrm>
          <a:prstGeom prst="rect">
            <a:avLst/>
          </a:prstGeom>
          <a:noFill/>
          <a:ln>
            <a:noFill/>
          </a:ln>
        </p:spPr>
        <p:txBody>
          <a:bodyPr anchorCtr="0" anchor="ctr" bIns="45700" lIns="0" spcFirstLastPara="1" rIns="0" wrap="square" tIns="45700">
            <a:noAutofit/>
          </a:bodyPr>
          <a:lstStyle/>
          <a:p>
            <a:pPr indent="0" lvl="0" marL="0" rtl="0" algn="l">
              <a:lnSpc>
                <a:spcPct val="90000"/>
              </a:lnSpc>
              <a:spcBef>
                <a:spcPts val="0"/>
              </a:spcBef>
              <a:spcAft>
                <a:spcPts val="0"/>
              </a:spcAft>
              <a:buClr>
                <a:srgbClr val="800000"/>
              </a:buClr>
              <a:buSzPts val="3600"/>
              <a:buFont typeface="Arial"/>
              <a:buNone/>
            </a:pPr>
            <a:r>
              <a:rPr b="1" lang="en-US">
                <a:latin typeface="Arial"/>
                <a:ea typeface="Arial"/>
                <a:cs typeface="Arial"/>
                <a:sym typeface="Arial"/>
              </a:rPr>
              <a:t>Rep Counting Solution</a:t>
            </a:r>
            <a:endParaRPr/>
          </a:p>
        </p:txBody>
      </p:sp>
      <p:sp>
        <p:nvSpPr>
          <p:cNvPr id="265" name="Google Shape;265;g3e462fd33d1_0_132"/>
          <p:cNvSpPr txBox="1"/>
          <p:nvPr>
            <p:ph idx="12" type="sldNum"/>
          </p:nvPr>
        </p:nvSpPr>
        <p:spPr>
          <a:xfrm>
            <a:off x="86216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266" name="Google Shape;266;g3e462fd33d1_0_132"/>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sp>
        <p:nvSpPr>
          <p:cNvPr id="267" name="Google Shape;267;g3e462fd33d1_0_132"/>
          <p:cNvSpPr/>
          <p:nvPr/>
        </p:nvSpPr>
        <p:spPr>
          <a:xfrm>
            <a:off x="1292575" y="1239750"/>
            <a:ext cx="4477500" cy="4849200"/>
          </a:xfrm>
          <a:prstGeom prst="roundRect">
            <a:avLst>
              <a:gd fmla="val 9827" name="adj"/>
            </a:avLst>
          </a:prstGeom>
          <a:solidFill>
            <a:schemeClr val="lt2"/>
          </a:solidFill>
          <a:ln>
            <a:noFill/>
          </a:ln>
        </p:spPr>
        <p:txBody>
          <a:bodyPr anchorCtr="0" anchor="ctr" bIns="114325" lIns="114325" spcFirstLastPara="1" rIns="114325" wrap="square" tIns="114325">
            <a:noAutofit/>
          </a:bodyPr>
          <a:lstStyle/>
          <a:p>
            <a:pPr indent="0" lvl="0" marL="0" rtl="0" algn="l">
              <a:spcBef>
                <a:spcPts val="0"/>
              </a:spcBef>
              <a:spcAft>
                <a:spcPts val="0"/>
              </a:spcAft>
              <a:buNone/>
            </a:pPr>
            <a:r>
              <a:t/>
            </a:r>
            <a:endParaRPr/>
          </a:p>
        </p:txBody>
      </p:sp>
      <p:sp>
        <p:nvSpPr>
          <p:cNvPr id="268" name="Google Shape;268;g3e462fd33d1_0_132"/>
          <p:cNvSpPr/>
          <p:nvPr/>
        </p:nvSpPr>
        <p:spPr>
          <a:xfrm>
            <a:off x="6522775" y="1239750"/>
            <a:ext cx="4477500" cy="4849200"/>
          </a:xfrm>
          <a:prstGeom prst="roundRect">
            <a:avLst>
              <a:gd fmla="val 9827" name="adj"/>
            </a:avLst>
          </a:prstGeom>
          <a:solidFill>
            <a:schemeClr val="lt2"/>
          </a:solidFill>
          <a:ln>
            <a:noFill/>
          </a:ln>
        </p:spPr>
        <p:txBody>
          <a:bodyPr anchorCtr="0" anchor="ctr" bIns="114325" lIns="114325" spcFirstLastPara="1" rIns="114325" wrap="square" tIns="114325">
            <a:noAutofit/>
          </a:bodyPr>
          <a:lstStyle/>
          <a:p>
            <a:pPr indent="0" lvl="0" marL="0" rtl="0" algn="l">
              <a:spcBef>
                <a:spcPts val="0"/>
              </a:spcBef>
              <a:spcAft>
                <a:spcPts val="0"/>
              </a:spcAft>
              <a:buNone/>
            </a:pPr>
            <a:r>
              <a:t/>
            </a:r>
            <a:endParaRPr/>
          </a:p>
        </p:txBody>
      </p:sp>
      <p:sp>
        <p:nvSpPr>
          <p:cNvPr id="269" name="Google Shape;269;g3e462fd33d1_0_132"/>
          <p:cNvSpPr txBox="1"/>
          <p:nvPr/>
        </p:nvSpPr>
        <p:spPr>
          <a:xfrm>
            <a:off x="1459350" y="1447650"/>
            <a:ext cx="4205100" cy="4456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US" sz="2400">
                <a:solidFill>
                  <a:schemeClr val="dk1"/>
                </a:solidFill>
              </a:rPr>
              <a:t>Angle-Based Counting</a:t>
            </a:r>
            <a:endParaRPr sz="2400">
              <a:solidFill>
                <a:schemeClr val="dk1"/>
              </a:solidFill>
            </a:endParaRPr>
          </a:p>
          <a:p>
            <a:pPr indent="0" lvl="0" marL="0" rtl="0" algn="l">
              <a:lnSpc>
                <a:spcPct val="115000"/>
              </a:lnSpc>
              <a:spcBef>
                <a:spcPts val="0"/>
              </a:spcBef>
              <a:spcAft>
                <a:spcPts val="0"/>
              </a:spcAft>
              <a:buNone/>
            </a:pPr>
            <a:r>
              <a:t/>
            </a:r>
            <a:endParaRPr sz="2400">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3D joint angle per frame averaged across both sides (elbows for curls/push-ups, knees for squats, hip for deadlifts)</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Each exercise maps to a fixed joint and a two-state algorithm with hardcoded up/down angle thresholds</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Deterministic and lightweight</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Common approach for rep counting</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Qualitative tuning of angle thresholds</a:t>
            </a:r>
            <a:endParaRPr>
              <a:solidFill>
                <a:schemeClr val="dk1"/>
              </a:solidFill>
            </a:endParaRPr>
          </a:p>
          <a:p>
            <a:pPr indent="0" lvl="0" marL="0" rtl="0" algn="l">
              <a:lnSpc>
                <a:spcPct val="115000"/>
              </a:lnSpc>
              <a:spcBef>
                <a:spcPts val="0"/>
              </a:spcBef>
              <a:spcAft>
                <a:spcPts val="0"/>
              </a:spcAft>
              <a:buNone/>
            </a:pPr>
            <a:r>
              <a:t/>
            </a:r>
            <a:endParaRPr>
              <a:solidFill>
                <a:schemeClr val="dk1"/>
              </a:solidFill>
            </a:endParaRPr>
          </a:p>
        </p:txBody>
      </p:sp>
      <p:sp>
        <p:nvSpPr>
          <p:cNvPr id="270" name="Google Shape;270;g3e462fd33d1_0_132"/>
          <p:cNvSpPr txBox="1"/>
          <p:nvPr/>
        </p:nvSpPr>
        <p:spPr>
          <a:xfrm>
            <a:off x="6658975" y="1447650"/>
            <a:ext cx="4205100" cy="4456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US" sz="2400">
                <a:solidFill>
                  <a:schemeClr val="dk1"/>
                </a:solidFill>
              </a:rPr>
              <a:t>PCA-Based Counting</a:t>
            </a:r>
            <a:endParaRPr sz="2400">
              <a:solidFill>
                <a:schemeClr val="dk1"/>
              </a:solidFill>
            </a:endParaRPr>
          </a:p>
          <a:p>
            <a:pPr indent="0" lvl="0" marL="0" rtl="0" algn="l">
              <a:lnSpc>
                <a:spcPct val="115000"/>
              </a:lnSpc>
              <a:spcBef>
                <a:spcPts val="0"/>
              </a:spcBef>
              <a:spcAft>
                <a:spcPts val="0"/>
              </a:spcAft>
              <a:buNone/>
            </a:pPr>
            <a:r>
              <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Per frame, extract a 12-dimension vector of symmetry averaged joint angles and body-normalized y-coordinates</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Fit PCA on 35 training videos per exercise</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Select the principal component whose projected time series has the highest periodicity</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At inference, project each frame onto that PC to produce a single scalar</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Improvements</a:t>
            </a:r>
            <a:endParaRPr>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Smoothing applied to reduce effects of frame-to-frame jitter or noisy pose estimates</a:t>
            </a:r>
            <a:endParaRPr>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Schmitt</a:t>
            </a:r>
            <a:r>
              <a:rPr lang="en-US">
                <a:solidFill>
                  <a:schemeClr val="dk1"/>
                </a:solidFill>
              </a:rPr>
              <a:t> Trigger requires full crossing (peak + valley) to prevent noise</a:t>
            </a:r>
            <a:endParaRPr>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g3e4f4ff1cf5_0_0"/>
          <p:cNvSpPr txBox="1"/>
          <p:nvPr>
            <p:ph type="title"/>
          </p:nvPr>
        </p:nvSpPr>
        <p:spPr>
          <a:xfrm>
            <a:off x="838200" y="0"/>
            <a:ext cx="10515600" cy="1312800"/>
          </a:xfrm>
          <a:prstGeom prst="rect">
            <a:avLst/>
          </a:prstGeom>
        </p:spPr>
        <p:txBody>
          <a:bodyPr anchorCtr="0" anchor="ctr" bIns="45700" lIns="0" spcFirstLastPara="1" rIns="0" wrap="square" tIns="45700">
            <a:noAutofit/>
          </a:bodyPr>
          <a:lstStyle/>
          <a:p>
            <a:pPr indent="0" lvl="0" marL="0" rtl="0" algn="l">
              <a:spcBef>
                <a:spcPts val="0"/>
              </a:spcBef>
              <a:spcAft>
                <a:spcPts val="0"/>
              </a:spcAft>
              <a:buNone/>
            </a:pPr>
            <a:r>
              <a:rPr b="1" lang="en-US">
                <a:latin typeface="Arial"/>
                <a:ea typeface="Arial"/>
                <a:cs typeface="Arial"/>
                <a:sym typeface="Arial"/>
              </a:rPr>
              <a:t>Rep Counting Evaluation</a:t>
            </a:r>
            <a:endParaRPr/>
          </a:p>
        </p:txBody>
      </p:sp>
      <p:sp>
        <p:nvSpPr>
          <p:cNvPr id="276" name="Google Shape;276;g3e4f4ff1cf5_0_0"/>
          <p:cNvSpPr/>
          <p:nvPr/>
        </p:nvSpPr>
        <p:spPr>
          <a:xfrm>
            <a:off x="467950" y="1312800"/>
            <a:ext cx="3657900" cy="2469000"/>
          </a:xfrm>
          <a:prstGeom prst="roundRect">
            <a:avLst>
              <a:gd fmla="val 9827" name="adj"/>
            </a:avLst>
          </a:prstGeom>
          <a:solidFill>
            <a:schemeClr val="lt2"/>
          </a:solidFill>
          <a:ln>
            <a:noFill/>
          </a:ln>
        </p:spPr>
        <p:txBody>
          <a:bodyPr anchorCtr="0" anchor="ctr" bIns="114325" lIns="114325" spcFirstLastPara="1" rIns="114325" wrap="square" tIns="114325">
            <a:noAutofit/>
          </a:bodyPr>
          <a:lstStyle/>
          <a:p>
            <a:pPr indent="0" lvl="0" marL="0" rtl="0" algn="l">
              <a:spcBef>
                <a:spcPts val="0"/>
              </a:spcBef>
              <a:spcAft>
                <a:spcPts val="0"/>
              </a:spcAft>
              <a:buNone/>
            </a:pPr>
            <a:r>
              <a:t/>
            </a:r>
            <a:endParaRPr/>
          </a:p>
        </p:txBody>
      </p:sp>
      <p:sp>
        <p:nvSpPr>
          <p:cNvPr id="277" name="Google Shape;277;g3e4f4ff1cf5_0_0"/>
          <p:cNvSpPr txBox="1"/>
          <p:nvPr/>
        </p:nvSpPr>
        <p:spPr>
          <a:xfrm>
            <a:off x="643900" y="1312800"/>
            <a:ext cx="3306000" cy="212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400">
                <a:solidFill>
                  <a:schemeClr val="dk1"/>
                </a:solidFill>
              </a:rPr>
              <a:t>Methodology</a:t>
            </a:r>
            <a:endParaRPr sz="2400">
              <a:solidFill>
                <a:schemeClr val="dk1"/>
              </a:solidFill>
            </a:endParaRPr>
          </a:p>
          <a:p>
            <a:pPr indent="0" lvl="0" marL="0" rtl="0" algn="l">
              <a:spcBef>
                <a:spcPts val="0"/>
              </a:spcBef>
              <a:spcAft>
                <a:spcPts val="0"/>
              </a:spcAft>
              <a:buNone/>
            </a:pPr>
            <a:r>
              <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Qualitative evaluation during app use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Quantitative analysis done through manual test video set evaluation</a:t>
            </a:r>
            <a:endParaRPr>
              <a:solidFill>
                <a:schemeClr val="dk1"/>
              </a:solidFill>
            </a:endParaRPr>
          </a:p>
          <a:p>
            <a:pPr indent="-317500" lvl="1" marL="914400" rtl="0" algn="l">
              <a:spcBef>
                <a:spcPts val="0"/>
              </a:spcBef>
              <a:spcAft>
                <a:spcPts val="0"/>
              </a:spcAft>
              <a:buClr>
                <a:schemeClr val="dk1"/>
              </a:buClr>
              <a:buSzPts val="1400"/>
              <a:buChar char="○"/>
            </a:pPr>
            <a:r>
              <a:rPr lang="en-US">
                <a:solidFill>
                  <a:schemeClr val="dk1"/>
                </a:solidFill>
              </a:rPr>
              <a:t>Per video, run pca / angle rep counting, then enter true rep value</a:t>
            </a:r>
            <a:endParaRPr>
              <a:solidFill>
                <a:schemeClr val="dk1"/>
              </a:solidFill>
            </a:endParaRPr>
          </a:p>
        </p:txBody>
      </p:sp>
      <p:sp>
        <p:nvSpPr>
          <p:cNvPr id="278" name="Google Shape;278;g3e4f4ff1cf5_0_0"/>
          <p:cNvSpPr/>
          <p:nvPr/>
        </p:nvSpPr>
        <p:spPr>
          <a:xfrm>
            <a:off x="4389038" y="1312800"/>
            <a:ext cx="3657900" cy="2469000"/>
          </a:xfrm>
          <a:prstGeom prst="roundRect">
            <a:avLst>
              <a:gd fmla="val 9827" name="adj"/>
            </a:avLst>
          </a:prstGeom>
          <a:solidFill>
            <a:schemeClr val="lt2"/>
          </a:solidFill>
          <a:ln>
            <a:noFill/>
          </a:ln>
        </p:spPr>
        <p:txBody>
          <a:bodyPr anchorCtr="0" anchor="ctr" bIns="114325" lIns="114325" spcFirstLastPara="1" rIns="114325" wrap="square" tIns="114325">
            <a:noAutofit/>
          </a:bodyPr>
          <a:lstStyle/>
          <a:p>
            <a:pPr indent="0" lvl="0" marL="0" rtl="0" algn="l">
              <a:spcBef>
                <a:spcPts val="0"/>
              </a:spcBef>
              <a:spcAft>
                <a:spcPts val="0"/>
              </a:spcAft>
              <a:buNone/>
            </a:pPr>
            <a:r>
              <a:t/>
            </a:r>
            <a:endParaRPr/>
          </a:p>
        </p:txBody>
      </p:sp>
      <p:sp>
        <p:nvSpPr>
          <p:cNvPr id="279" name="Google Shape;279;g3e4f4ff1cf5_0_0"/>
          <p:cNvSpPr/>
          <p:nvPr/>
        </p:nvSpPr>
        <p:spPr>
          <a:xfrm>
            <a:off x="8310125" y="1312800"/>
            <a:ext cx="3657900" cy="2469000"/>
          </a:xfrm>
          <a:prstGeom prst="roundRect">
            <a:avLst>
              <a:gd fmla="val 9827" name="adj"/>
            </a:avLst>
          </a:prstGeom>
          <a:solidFill>
            <a:schemeClr val="lt2"/>
          </a:solidFill>
          <a:ln>
            <a:noFill/>
          </a:ln>
        </p:spPr>
        <p:txBody>
          <a:bodyPr anchorCtr="0" anchor="ctr" bIns="114325" lIns="114325" spcFirstLastPara="1" rIns="114325" wrap="square" tIns="114325">
            <a:noAutofit/>
          </a:bodyPr>
          <a:lstStyle/>
          <a:p>
            <a:pPr indent="0" lvl="0" marL="0" rtl="0" algn="l">
              <a:spcBef>
                <a:spcPts val="0"/>
              </a:spcBef>
              <a:spcAft>
                <a:spcPts val="0"/>
              </a:spcAft>
              <a:buNone/>
            </a:pPr>
            <a:r>
              <a:t/>
            </a:r>
            <a:endParaRPr/>
          </a:p>
        </p:txBody>
      </p:sp>
      <p:sp>
        <p:nvSpPr>
          <p:cNvPr id="280" name="Google Shape;280;g3e4f4ff1cf5_0_0"/>
          <p:cNvSpPr txBox="1"/>
          <p:nvPr/>
        </p:nvSpPr>
        <p:spPr>
          <a:xfrm>
            <a:off x="4564975" y="1312800"/>
            <a:ext cx="3432300" cy="212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400">
                <a:solidFill>
                  <a:schemeClr val="dk1"/>
                </a:solidFill>
              </a:rPr>
              <a:t>Takeaways</a:t>
            </a:r>
            <a:endParaRPr sz="2400">
              <a:solidFill>
                <a:schemeClr val="dk1"/>
              </a:solidFill>
            </a:endParaRPr>
          </a:p>
          <a:p>
            <a:pPr indent="0" lvl="0" marL="0" rtl="0" algn="l">
              <a:spcBef>
                <a:spcPts val="0"/>
              </a:spcBef>
              <a:spcAft>
                <a:spcPts val="0"/>
              </a:spcAft>
              <a:buNone/>
            </a:pPr>
            <a:r>
              <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PCA approach outperformed angle calculation in terms of MAE and RMSE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PCA does well for exercises with consistent, low-noise motion cycles</a:t>
            </a:r>
            <a:endParaRPr>
              <a:solidFill>
                <a:schemeClr val="dk1"/>
              </a:solidFill>
            </a:endParaRPr>
          </a:p>
          <a:p>
            <a:pPr indent="-317500" lvl="1" marL="914400" rtl="0" algn="l">
              <a:spcBef>
                <a:spcPts val="0"/>
              </a:spcBef>
              <a:spcAft>
                <a:spcPts val="0"/>
              </a:spcAft>
              <a:buClr>
                <a:schemeClr val="dk1"/>
              </a:buClr>
              <a:buSzPts val="1400"/>
              <a:buChar char="○"/>
            </a:pPr>
            <a:r>
              <a:rPr lang="en-US">
                <a:solidFill>
                  <a:schemeClr val="dk1"/>
                </a:solidFill>
              </a:rPr>
              <a:t>Push-ups, pull-ups, hammer curl, tricep pushdown</a:t>
            </a:r>
            <a:endParaRPr>
              <a:solidFill>
                <a:schemeClr val="dk1"/>
              </a:solidFill>
            </a:endParaRPr>
          </a:p>
        </p:txBody>
      </p:sp>
      <p:sp>
        <p:nvSpPr>
          <p:cNvPr id="281" name="Google Shape;281;g3e4f4ff1cf5_0_0"/>
          <p:cNvSpPr txBox="1"/>
          <p:nvPr/>
        </p:nvSpPr>
        <p:spPr>
          <a:xfrm>
            <a:off x="8486100" y="1312800"/>
            <a:ext cx="3306000" cy="212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400">
                <a:solidFill>
                  <a:schemeClr val="dk1"/>
                </a:solidFill>
              </a:rPr>
              <a:t>Challenges</a:t>
            </a:r>
            <a:endParaRPr sz="2400">
              <a:solidFill>
                <a:schemeClr val="dk1"/>
              </a:solidFill>
            </a:endParaRPr>
          </a:p>
          <a:p>
            <a:pPr indent="0" lvl="0" marL="0" rtl="0" algn="l">
              <a:spcBef>
                <a:spcPts val="0"/>
              </a:spcBef>
              <a:spcAft>
                <a:spcPts val="0"/>
              </a:spcAft>
              <a:buNone/>
            </a:pPr>
            <a:r>
              <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Occlusion: body parts blocking key landmarks mid-rep cause missing or erratic angle estimates</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Pose Discrepancies: MediaPipe landmark confidence degrades when the exercise moves the person partially out of frame or at unusual viewing angles</a:t>
            </a:r>
            <a:endParaRPr>
              <a:solidFill>
                <a:schemeClr val="dk1"/>
              </a:solidFill>
            </a:endParaRPr>
          </a:p>
          <a:p>
            <a:pPr indent="0" lvl="0" marL="457200" rtl="0" algn="l">
              <a:spcBef>
                <a:spcPts val="0"/>
              </a:spcBef>
              <a:spcAft>
                <a:spcPts val="0"/>
              </a:spcAft>
              <a:buNone/>
            </a:pPr>
            <a:r>
              <a:t/>
            </a:r>
            <a:endParaRPr>
              <a:solidFill>
                <a:schemeClr val="dk1"/>
              </a:solidFill>
            </a:endParaRPr>
          </a:p>
        </p:txBody>
      </p:sp>
      <p:graphicFrame>
        <p:nvGraphicFramePr>
          <p:cNvPr id="282" name="Google Shape;282;g3e4f4ff1cf5_0_0"/>
          <p:cNvGraphicFramePr/>
          <p:nvPr/>
        </p:nvGraphicFramePr>
        <p:xfrm>
          <a:off x="838188" y="4497225"/>
          <a:ext cx="3000000" cy="3000000"/>
        </p:xfrm>
        <a:graphic>
          <a:graphicData uri="http://schemas.openxmlformats.org/drawingml/2006/table">
            <a:tbl>
              <a:tblPr>
                <a:noFill/>
                <a:tableStyleId>{30AA6609-3025-4C82-A522-95C72AA5CF14}</a:tableStyleId>
              </a:tblPr>
              <a:tblGrid>
                <a:gridCol w="1469575"/>
                <a:gridCol w="1469575"/>
                <a:gridCol w="1469575"/>
                <a:gridCol w="1469575"/>
                <a:gridCol w="1469575"/>
                <a:gridCol w="1469575"/>
                <a:gridCol w="1469575"/>
              </a:tblGrid>
              <a:tr h="381000">
                <a:tc>
                  <a:txBody>
                    <a:bodyPr/>
                    <a:lstStyle/>
                    <a:p>
                      <a:pPr indent="0" lvl="0" marL="0" rtl="0" algn="l">
                        <a:spcBef>
                          <a:spcPts val="0"/>
                        </a:spcBef>
                        <a:spcAft>
                          <a:spcPts val="0"/>
                        </a:spcAft>
                        <a:buNone/>
                      </a:pPr>
                      <a:r>
                        <a:rPr lang="en-US" sz="1500"/>
                        <a:t>Approach</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n</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MAE</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RMSE</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bias</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exact %</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within 1 %</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381000">
                <a:tc>
                  <a:txBody>
                    <a:bodyPr/>
                    <a:lstStyle/>
                    <a:p>
                      <a:pPr indent="0" lvl="0" marL="0" rtl="0" algn="l">
                        <a:spcBef>
                          <a:spcPts val="0"/>
                        </a:spcBef>
                        <a:spcAft>
                          <a:spcPts val="0"/>
                        </a:spcAft>
                        <a:buNone/>
                      </a:pPr>
                      <a:r>
                        <a:rPr lang="en-US" sz="1500"/>
                        <a:t>PCA</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56</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2.411</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3.921</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2.304</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44.643</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50.00</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381000">
                <a:tc>
                  <a:txBody>
                    <a:bodyPr/>
                    <a:lstStyle/>
                    <a:p>
                      <a:pPr indent="0" lvl="0" marL="0" rtl="0" algn="l">
                        <a:spcBef>
                          <a:spcPts val="0"/>
                        </a:spcBef>
                        <a:spcAft>
                          <a:spcPts val="0"/>
                        </a:spcAft>
                        <a:buNone/>
                      </a:pPr>
                      <a:r>
                        <a:rPr lang="en-US" sz="1500"/>
                        <a:t>Angle</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54</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3.944</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5.852</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-2.167</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14.815</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US" sz="1500"/>
                        <a:t>29.63</a:t>
                      </a:r>
                      <a:endParaRPr sz="15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bl>
          </a:graphicData>
        </a:graphic>
      </p:graphicFrame>
      <p:sp>
        <p:nvSpPr>
          <p:cNvPr id="283" name="Google Shape;283;g3e4f4ff1cf5_0_0"/>
          <p:cNvSpPr txBox="1"/>
          <p:nvPr>
            <p:ph idx="12" type="sldNum"/>
          </p:nvPr>
        </p:nvSpPr>
        <p:spPr>
          <a:xfrm>
            <a:off x="86216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284" name="Google Shape;284;g3e4f4ff1cf5_0_0"/>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8" name="Shape 288"/>
        <p:cNvGrpSpPr/>
        <p:nvPr/>
      </p:nvGrpSpPr>
      <p:grpSpPr>
        <a:xfrm>
          <a:off x="0" y="0"/>
          <a:ext cx="0" cy="0"/>
          <a:chOff x="0" y="0"/>
          <a:chExt cx="0" cy="0"/>
        </a:xfrm>
      </p:grpSpPr>
      <p:sp>
        <p:nvSpPr>
          <p:cNvPr id="289" name="Google Shape;289;g3e462fd33d1_0_116"/>
          <p:cNvSpPr txBox="1"/>
          <p:nvPr>
            <p:ph type="title"/>
          </p:nvPr>
        </p:nvSpPr>
        <p:spPr>
          <a:xfrm>
            <a:off x="486049" y="0"/>
            <a:ext cx="10515600" cy="1312800"/>
          </a:xfrm>
          <a:prstGeom prst="rect">
            <a:avLst/>
          </a:prstGeom>
          <a:noFill/>
          <a:ln>
            <a:noFill/>
          </a:ln>
        </p:spPr>
        <p:txBody>
          <a:bodyPr anchorCtr="0" anchor="ctr" bIns="45700" lIns="0" spcFirstLastPara="1" rIns="0" wrap="square" tIns="45700">
            <a:noAutofit/>
          </a:bodyPr>
          <a:lstStyle/>
          <a:p>
            <a:pPr indent="0" lvl="0" marL="0" rtl="0" algn="l">
              <a:lnSpc>
                <a:spcPct val="90000"/>
              </a:lnSpc>
              <a:spcBef>
                <a:spcPts val="0"/>
              </a:spcBef>
              <a:spcAft>
                <a:spcPts val="0"/>
              </a:spcAft>
              <a:buClr>
                <a:srgbClr val="800000"/>
              </a:buClr>
              <a:buSzPts val="3600"/>
              <a:buFont typeface="Arial"/>
              <a:buNone/>
            </a:pPr>
            <a:r>
              <a:rPr b="1" lang="en-US">
                <a:latin typeface="Arial"/>
                <a:ea typeface="Arial"/>
                <a:cs typeface="Arial"/>
                <a:sym typeface="Arial"/>
              </a:rPr>
              <a:t>Application Architecture and Demo</a:t>
            </a:r>
            <a:endParaRPr/>
          </a:p>
        </p:txBody>
      </p:sp>
      <p:sp>
        <p:nvSpPr>
          <p:cNvPr id="290" name="Google Shape;290;g3e462fd33d1_0_116"/>
          <p:cNvSpPr txBox="1"/>
          <p:nvPr/>
        </p:nvSpPr>
        <p:spPr>
          <a:xfrm>
            <a:off x="486050" y="896175"/>
            <a:ext cx="4858200" cy="502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400">
                <a:solidFill>
                  <a:schemeClr val="dk1"/>
                </a:solidFill>
                <a:latin typeface="Helvetica Neue"/>
                <a:ea typeface="Helvetica Neue"/>
                <a:cs typeface="Helvetica Neue"/>
                <a:sym typeface="Helvetica Neue"/>
              </a:rPr>
              <a:t>iOS Application Pipeline – XCode</a:t>
            </a:r>
            <a:endParaRPr sz="2400">
              <a:solidFill>
                <a:schemeClr val="dk1"/>
              </a:solidFill>
              <a:latin typeface="Helvetica Neue"/>
              <a:ea typeface="Helvetica Neue"/>
              <a:cs typeface="Helvetica Neue"/>
              <a:sym typeface="Helvetica Neue"/>
            </a:endParaRPr>
          </a:p>
        </p:txBody>
      </p:sp>
      <p:sp>
        <p:nvSpPr>
          <p:cNvPr id="291" name="Google Shape;291;g3e462fd33d1_0_116"/>
          <p:cNvSpPr txBox="1"/>
          <p:nvPr>
            <p:ph idx="12" type="sldNum"/>
          </p:nvPr>
        </p:nvSpPr>
        <p:spPr>
          <a:xfrm>
            <a:off x="85537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292" name="Google Shape;292;g3e462fd33d1_0_116"/>
          <p:cNvSpPr txBox="1"/>
          <p:nvPr/>
        </p:nvSpPr>
        <p:spPr>
          <a:xfrm>
            <a:off x="32250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pic>
        <p:nvPicPr>
          <p:cNvPr id="293" name="Google Shape;293;g3e462fd33d1_0_116" title="ironcount_demo.mov">
            <a:hlinkClick r:id="rId3"/>
          </p:cNvPr>
          <p:cNvPicPr preferRelativeResize="0"/>
          <p:nvPr/>
        </p:nvPicPr>
        <p:blipFill>
          <a:blip r:embed="rId4">
            <a:alphaModFix/>
          </a:blip>
          <a:stretch>
            <a:fillRect/>
          </a:stretch>
        </p:blipFill>
        <p:spPr>
          <a:xfrm>
            <a:off x="8732825" y="2107219"/>
            <a:ext cx="3432300" cy="2574231"/>
          </a:xfrm>
          <a:prstGeom prst="rect">
            <a:avLst/>
          </a:prstGeom>
          <a:noFill/>
          <a:ln>
            <a:noFill/>
          </a:ln>
        </p:spPr>
      </p:pic>
      <p:graphicFrame>
        <p:nvGraphicFramePr>
          <p:cNvPr id="294" name="Google Shape;294;g3e462fd33d1_0_116"/>
          <p:cNvGraphicFramePr/>
          <p:nvPr/>
        </p:nvGraphicFramePr>
        <p:xfrm>
          <a:off x="152400" y="1495950"/>
          <a:ext cx="3000000" cy="3000000"/>
        </p:xfrm>
        <a:graphic>
          <a:graphicData uri="http://schemas.openxmlformats.org/drawingml/2006/table">
            <a:tbl>
              <a:tblPr>
                <a:noFill/>
                <a:tableStyleId>{DF0EDAAD-950B-4FCF-8CA7-8C2B3F66CF03}</a:tableStyleId>
              </a:tblPr>
              <a:tblGrid>
                <a:gridCol w="2228850"/>
                <a:gridCol w="6229350"/>
              </a:tblGrid>
              <a:tr h="280700">
                <a:tc>
                  <a:txBody>
                    <a:bodyPr/>
                    <a:lstStyle/>
                    <a:p>
                      <a:pPr indent="0" lvl="0" marL="0" rtl="0" algn="l">
                        <a:lnSpc>
                          <a:spcPct val="100000"/>
                        </a:lnSpc>
                        <a:spcBef>
                          <a:spcPts val="0"/>
                        </a:spcBef>
                        <a:spcAft>
                          <a:spcPts val="0"/>
                        </a:spcAft>
                        <a:buNone/>
                      </a:pPr>
                      <a:r>
                        <a:rPr b="1" lang="en-US" sz="1000"/>
                        <a:t>Component</a:t>
                      </a:r>
                      <a:endParaRPr b="1"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b="1" lang="en-US" sz="1000"/>
                        <a:t>Role</a:t>
                      </a:r>
                      <a:endParaRPr b="1"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280700">
                <a:tc>
                  <a:txBody>
                    <a:bodyPr/>
                    <a:lstStyle/>
                    <a:p>
                      <a:pPr indent="0" lvl="0" marL="0" rtl="0" algn="l">
                        <a:lnSpc>
                          <a:spcPct val="100000"/>
                        </a:lnSpc>
                        <a:spcBef>
                          <a:spcPts val="0"/>
                        </a:spcBef>
                        <a:spcAft>
                          <a:spcPts val="0"/>
                        </a:spcAft>
                        <a:buNone/>
                      </a:pPr>
                      <a:r>
                        <a:rPr lang="en-US" sz="1000"/>
                        <a:t>CameraManager</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Captures live camera frames and manages real-time camera processing</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280700">
                <a:tc>
                  <a:txBody>
                    <a:bodyPr/>
                    <a:lstStyle/>
                    <a:p>
                      <a:pPr indent="0" lvl="0" marL="0" rtl="0" algn="l">
                        <a:lnSpc>
                          <a:spcPct val="100000"/>
                        </a:lnSpc>
                        <a:spcBef>
                          <a:spcPts val="0"/>
                        </a:spcBef>
                        <a:spcAft>
                          <a:spcPts val="0"/>
                        </a:spcAft>
                        <a:buNone/>
                      </a:pPr>
                      <a:r>
                        <a:rPr lang="en-US" sz="1000"/>
                        <a:t>CameraPreview</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Displays the live camera feed inside the SwiftUI interface</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280700">
                <a:tc>
                  <a:txBody>
                    <a:bodyPr/>
                    <a:lstStyle/>
                    <a:p>
                      <a:pPr indent="0" lvl="0" marL="0" rtl="0" algn="l">
                        <a:lnSpc>
                          <a:spcPct val="100000"/>
                        </a:lnSpc>
                        <a:spcBef>
                          <a:spcPts val="0"/>
                        </a:spcBef>
                        <a:spcAft>
                          <a:spcPts val="0"/>
                        </a:spcAft>
                        <a:buNone/>
                      </a:pPr>
                      <a:r>
                        <a:rPr lang="en-US" sz="1000"/>
                        <a:t>MediaPipePoseManager</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Extracts real-time MediaPipe body landmarks from video frames</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389050">
                <a:tc>
                  <a:txBody>
                    <a:bodyPr/>
                    <a:lstStyle/>
                    <a:p>
                      <a:pPr indent="0" lvl="0" marL="0" rtl="0" algn="l">
                        <a:lnSpc>
                          <a:spcPct val="100000"/>
                        </a:lnSpc>
                        <a:spcBef>
                          <a:spcPts val="0"/>
                        </a:spcBef>
                        <a:spcAft>
                          <a:spcPts val="0"/>
                        </a:spcAft>
                        <a:buNone/>
                      </a:pPr>
                      <a:r>
                        <a:rPr lang="en-US" sz="1000"/>
                        <a:t>FeatureExtractor</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Converts pose landmarks into engineered pose, angle, geometry, and velocity features</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280700">
                <a:tc>
                  <a:txBody>
                    <a:bodyPr/>
                    <a:lstStyle/>
                    <a:p>
                      <a:pPr indent="0" lvl="0" marL="0" rtl="0" algn="l">
                        <a:lnSpc>
                          <a:spcPct val="100000"/>
                        </a:lnSpc>
                        <a:spcBef>
                          <a:spcPts val="0"/>
                        </a:spcBef>
                        <a:spcAft>
                          <a:spcPts val="0"/>
                        </a:spcAft>
                        <a:buNone/>
                      </a:pPr>
                      <a:r>
                        <a:rPr lang="en-US" sz="1000"/>
                        <a:t>ExerciseClassifier</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Runs CoreML LSTM inference on 48-frame temporal pose sequences</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280700">
                <a:tc>
                  <a:txBody>
                    <a:bodyPr/>
                    <a:lstStyle/>
                    <a:p>
                      <a:pPr indent="0" lvl="0" marL="0" rtl="0" algn="l">
                        <a:lnSpc>
                          <a:spcPct val="100000"/>
                        </a:lnSpc>
                        <a:spcBef>
                          <a:spcPts val="0"/>
                        </a:spcBef>
                        <a:spcAft>
                          <a:spcPts val="0"/>
                        </a:spcAft>
                        <a:buNone/>
                      </a:pPr>
                      <a:r>
                        <a:rPr lang="en-US" sz="1000"/>
                        <a:t>RepCounter</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Counts repetitions using exercise-specific joint angle heuristics</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280700">
                <a:tc>
                  <a:txBody>
                    <a:bodyPr/>
                    <a:lstStyle/>
                    <a:p>
                      <a:pPr indent="0" lvl="0" marL="0" rtl="0" algn="l">
                        <a:lnSpc>
                          <a:spcPct val="100000"/>
                        </a:lnSpc>
                        <a:spcBef>
                          <a:spcPts val="0"/>
                        </a:spcBef>
                        <a:spcAft>
                          <a:spcPts val="0"/>
                        </a:spcAft>
                        <a:buNone/>
                      </a:pPr>
                      <a:r>
                        <a:rPr lang="en-US" sz="1000"/>
                        <a:t>PCARepCounter</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Counts repetitions using PCA-based motion signal analysis</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389050">
                <a:tc>
                  <a:txBody>
                    <a:bodyPr/>
                    <a:lstStyle/>
                    <a:p>
                      <a:pPr indent="0" lvl="0" marL="0" rtl="0" algn="l">
                        <a:lnSpc>
                          <a:spcPct val="100000"/>
                        </a:lnSpc>
                        <a:spcBef>
                          <a:spcPts val="0"/>
                        </a:spcBef>
                        <a:spcAft>
                          <a:spcPts val="0"/>
                        </a:spcAft>
                        <a:buNone/>
                      </a:pPr>
                      <a:r>
                        <a:rPr lang="en-US" sz="1000"/>
                        <a:t>ContentView</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Displays the camera preview, predicted exercise, repetition count, workout timer, and workout history</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280700">
                <a:tc>
                  <a:txBody>
                    <a:bodyPr/>
                    <a:lstStyle/>
                    <a:p>
                      <a:pPr indent="0" lvl="0" marL="0" rtl="0" algn="l">
                        <a:lnSpc>
                          <a:spcPct val="100000"/>
                        </a:lnSpc>
                        <a:spcBef>
                          <a:spcPts val="0"/>
                        </a:spcBef>
                        <a:spcAft>
                          <a:spcPts val="0"/>
                        </a:spcAft>
                        <a:buNone/>
                      </a:pPr>
                      <a:r>
                        <a:rPr lang="en-US" sz="1000"/>
                        <a:t>WorkoutRecord</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Stores completed workout session history and exercise statistics</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389050">
                <a:tc>
                  <a:txBody>
                    <a:bodyPr/>
                    <a:lstStyle/>
                    <a:p>
                      <a:pPr indent="0" lvl="0" marL="0" rtl="0" algn="l">
                        <a:lnSpc>
                          <a:spcPct val="100000"/>
                        </a:lnSpc>
                        <a:spcBef>
                          <a:spcPts val="0"/>
                        </a:spcBef>
                        <a:spcAft>
                          <a:spcPts val="0"/>
                        </a:spcAft>
                        <a:buNone/>
                      </a:pPr>
                      <a:r>
                        <a:rPr lang="en-US" sz="1000"/>
                        <a:t>WorkoutClassifierLSTM.mlpackage</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Deployed CoreML LSTM classification model used for on-device inference</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280700">
                <a:tc>
                  <a:txBody>
                    <a:bodyPr/>
                    <a:lstStyle/>
                    <a:p>
                      <a:pPr indent="0" lvl="0" marL="0" rtl="0" algn="l">
                        <a:lnSpc>
                          <a:spcPct val="100000"/>
                        </a:lnSpc>
                        <a:spcBef>
                          <a:spcPts val="0"/>
                        </a:spcBef>
                        <a:spcAft>
                          <a:spcPts val="0"/>
                        </a:spcAft>
                        <a:buNone/>
                      </a:pPr>
                      <a:r>
                        <a:rPr lang="en-US" sz="1000"/>
                        <a:t>label_names.json</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Maps model output indices to exercise labels</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280700">
                <a:tc>
                  <a:txBody>
                    <a:bodyPr/>
                    <a:lstStyle/>
                    <a:p>
                      <a:pPr indent="0" lvl="0" marL="0" rtl="0" algn="l">
                        <a:lnSpc>
                          <a:spcPct val="100000"/>
                        </a:lnSpc>
                        <a:spcBef>
                          <a:spcPts val="0"/>
                        </a:spcBef>
                        <a:spcAft>
                          <a:spcPts val="0"/>
                        </a:spcAft>
                        <a:buNone/>
                      </a:pPr>
                      <a:r>
                        <a:rPr lang="en-US" sz="1000"/>
                        <a:t>mediapipe_scaler.json</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Stores normalization parameters used during inference preprocessing</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280700">
                <a:tc>
                  <a:txBody>
                    <a:bodyPr/>
                    <a:lstStyle/>
                    <a:p>
                      <a:pPr indent="0" lvl="0" marL="0" rtl="0" algn="l">
                        <a:lnSpc>
                          <a:spcPct val="100000"/>
                        </a:lnSpc>
                        <a:spcBef>
                          <a:spcPts val="0"/>
                        </a:spcBef>
                        <a:spcAft>
                          <a:spcPts val="0"/>
                        </a:spcAft>
                        <a:buNone/>
                      </a:pPr>
                      <a:r>
                        <a:rPr lang="en-US" sz="1000"/>
                        <a:t>coreml_bundle</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US" sz="1000"/>
                        <a:t>Contains deployed CoreML model assets and inference resources</a:t>
                      </a:r>
                      <a:endParaRPr sz="1000"/>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bl>
          </a:graphicData>
        </a:graphic>
      </p:graphicFrame>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93"/>
                                        </p:tgtEl>
                                        <p:attrNameLst>
                                          <p:attrName>style.visibility</p:attrName>
                                        </p:attrNameLst>
                                      </p:cBhvr>
                                      <p:to>
                                        <p:strVal val="visible"/>
                                      </p:to>
                                    </p:set>
                                    <p:animEffect filter="fade" transition="in">
                                      <p:cBhvr>
                                        <p:cTn dur="1000"/>
                                        <p:tgtEl>
                                          <p:spTgt spid="29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g3e462fd33d1_0_199"/>
          <p:cNvSpPr/>
          <p:nvPr/>
        </p:nvSpPr>
        <p:spPr>
          <a:xfrm>
            <a:off x="1040263" y="2154700"/>
            <a:ext cx="4776900" cy="16722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rPr lang="en-US" sz="1700">
                <a:solidFill>
                  <a:schemeClr val="dk1"/>
                </a:solidFill>
              </a:rPr>
              <a:t>TensorFlow LSTM implementation faced compatibility and deployment limitations for mobile integration</a:t>
            </a:r>
            <a:endParaRPr sz="1700">
              <a:solidFill>
                <a:schemeClr val="dk1"/>
              </a:solidFill>
            </a:endParaRPr>
          </a:p>
        </p:txBody>
      </p:sp>
      <p:sp>
        <p:nvSpPr>
          <p:cNvPr id="300" name="Google Shape;300;g3e462fd33d1_0_199"/>
          <p:cNvSpPr txBox="1"/>
          <p:nvPr>
            <p:ph type="title"/>
          </p:nvPr>
        </p:nvSpPr>
        <p:spPr>
          <a:xfrm>
            <a:off x="838200" y="0"/>
            <a:ext cx="10515600" cy="1312800"/>
          </a:xfrm>
          <a:prstGeom prst="rect">
            <a:avLst/>
          </a:prstGeom>
        </p:spPr>
        <p:txBody>
          <a:bodyPr anchorCtr="0" anchor="ctr" bIns="45700" lIns="0" spcFirstLastPara="1" rIns="0" wrap="square" tIns="45700">
            <a:noAutofit/>
          </a:bodyPr>
          <a:lstStyle/>
          <a:p>
            <a:pPr indent="0" lvl="0" marL="0" rtl="0" algn="l">
              <a:spcBef>
                <a:spcPts val="0"/>
              </a:spcBef>
              <a:spcAft>
                <a:spcPts val="0"/>
              </a:spcAft>
              <a:buNone/>
            </a:pPr>
            <a:r>
              <a:rPr b="1" lang="en-US">
                <a:solidFill>
                  <a:schemeClr val="accent1"/>
                </a:solidFill>
                <a:latin typeface="Arial"/>
                <a:ea typeface="Arial"/>
                <a:cs typeface="Arial"/>
                <a:sym typeface="Arial"/>
              </a:rPr>
              <a:t>Challenges</a:t>
            </a:r>
            <a:endParaRPr/>
          </a:p>
        </p:txBody>
      </p:sp>
      <p:sp>
        <p:nvSpPr>
          <p:cNvPr id="301" name="Google Shape;301;g3e462fd33d1_0_199"/>
          <p:cNvSpPr txBox="1"/>
          <p:nvPr>
            <p:ph idx="1" type="body"/>
          </p:nvPr>
        </p:nvSpPr>
        <p:spPr>
          <a:xfrm>
            <a:off x="739826" y="1368200"/>
            <a:ext cx="5377800" cy="380400"/>
          </a:xfrm>
          <a:prstGeom prst="rect">
            <a:avLst/>
          </a:prstGeom>
        </p:spPr>
        <p:txBody>
          <a:bodyPr anchorCtr="0" anchor="t" bIns="45700" lIns="0" spcFirstLastPara="1" rIns="0" wrap="square" tIns="45700">
            <a:noAutofit/>
          </a:bodyPr>
          <a:lstStyle/>
          <a:p>
            <a:pPr indent="0" lvl="0" marL="0" rtl="0" algn="ctr">
              <a:lnSpc>
                <a:spcPct val="115000"/>
              </a:lnSpc>
              <a:spcBef>
                <a:spcPts val="0"/>
              </a:spcBef>
              <a:spcAft>
                <a:spcPts val="0"/>
              </a:spcAft>
              <a:buNone/>
            </a:pPr>
            <a:r>
              <a:rPr b="1" lang="en-US" sz="2000">
                <a:latin typeface="Arial"/>
                <a:ea typeface="Arial"/>
                <a:cs typeface="Arial"/>
                <a:sym typeface="Arial"/>
              </a:rPr>
              <a:t>Model Deployment &amp; Architecture Challenges</a:t>
            </a:r>
            <a:endParaRPr b="1" sz="2000">
              <a:latin typeface="Arial"/>
              <a:ea typeface="Arial"/>
              <a:cs typeface="Arial"/>
              <a:sym typeface="Arial"/>
            </a:endParaRPr>
          </a:p>
          <a:p>
            <a:pPr indent="0" lvl="0" marL="0" rtl="0" algn="ctr">
              <a:lnSpc>
                <a:spcPct val="115000"/>
              </a:lnSpc>
              <a:spcBef>
                <a:spcPts val="0"/>
              </a:spcBef>
              <a:spcAft>
                <a:spcPts val="0"/>
              </a:spcAft>
              <a:buNone/>
            </a:pPr>
            <a:r>
              <a:t/>
            </a:r>
            <a:endParaRPr b="1" sz="2000">
              <a:latin typeface="Arial"/>
              <a:ea typeface="Arial"/>
              <a:cs typeface="Arial"/>
              <a:sym typeface="Arial"/>
            </a:endParaRPr>
          </a:p>
          <a:p>
            <a:pPr indent="0" lvl="0" marL="0" rtl="0" algn="ctr">
              <a:lnSpc>
                <a:spcPct val="115000"/>
              </a:lnSpc>
              <a:spcBef>
                <a:spcPts val="0"/>
              </a:spcBef>
              <a:spcAft>
                <a:spcPts val="0"/>
              </a:spcAft>
              <a:buClr>
                <a:schemeClr val="dk1"/>
              </a:buClr>
              <a:buSzPts val="1100"/>
              <a:buFont typeface="Arial"/>
              <a:buNone/>
            </a:pPr>
            <a:r>
              <a:t/>
            </a:r>
            <a:endParaRPr b="1" sz="2000">
              <a:latin typeface="Arial"/>
              <a:ea typeface="Arial"/>
              <a:cs typeface="Arial"/>
              <a:sym typeface="Arial"/>
            </a:endParaRPr>
          </a:p>
        </p:txBody>
      </p:sp>
      <p:sp>
        <p:nvSpPr>
          <p:cNvPr id="302" name="Google Shape;302;g3e462fd33d1_0_199"/>
          <p:cNvSpPr txBox="1"/>
          <p:nvPr/>
        </p:nvSpPr>
        <p:spPr>
          <a:xfrm>
            <a:off x="7410138" y="1341500"/>
            <a:ext cx="3027600" cy="4338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n-US" sz="2000">
                <a:solidFill>
                  <a:schemeClr val="dk1"/>
                </a:solidFill>
              </a:rPr>
              <a:t>Classification/Counting</a:t>
            </a:r>
            <a:r>
              <a:rPr b="1" lang="en-US" sz="2000">
                <a:solidFill>
                  <a:schemeClr val="dk1"/>
                </a:solidFill>
              </a:rPr>
              <a:t> Accuracy</a:t>
            </a:r>
            <a:endParaRPr b="1" sz="2000">
              <a:solidFill>
                <a:schemeClr val="dk1"/>
              </a:solidFill>
            </a:endParaRPr>
          </a:p>
        </p:txBody>
      </p:sp>
      <p:sp>
        <p:nvSpPr>
          <p:cNvPr id="303" name="Google Shape;303;g3e462fd33d1_0_199"/>
          <p:cNvSpPr/>
          <p:nvPr/>
        </p:nvSpPr>
        <p:spPr>
          <a:xfrm>
            <a:off x="1040263" y="4083150"/>
            <a:ext cx="4776900" cy="1672200"/>
          </a:xfrm>
          <a:prstGeom prst="roundRect">
            <a:avLst>
              <a:gd fmla="val 16667"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sz="1700">
                <a:solidFill>
                  <a:schemeClr val="lt1"/>
                </a:solidFill>
              </a:rPr>
              <a:t>Solution: </a:t>
            </a:r>
            <a:r>
              <a:rPr lang="en-US" sz="1700">
                <a:solidFill>
                  <a:schemeClr val="lt1"/>
                </a:solidFill>
              </a:rPr>
              <a:t>Migrated sequence models to PyTorch with CoreML conversion support for iOS deployment</a:t>
            </a:r>
            <a:endParaRPr sz="1700">
              <a:solidFill>
                <a:schemeClr val="lt1"/>
              </a:solidFill>
            </a:endParaRPr>
          </a:p>
        </p:txBody>
      </p:sp>
      <p:sp>
        <p:nvSpPr>
          <p:cNvPr id="304" name="Google Shape;304;g3e462fd33d1_0_199"/>
          <p:cNvSpPr/>
          <p:nvPr/>
        </p:nvSpPr>
        <p:spPr>
          <a:xfrm>
            <a:off x="6535488" y="2154700"/>
            <a:ext cx="4776900" cy="16722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lang="en-US" sz="1700">
                <a:solidFill>
                  <a:schemeClr val="dk1"/>
                </a:solidFill>
              </a:rPr>
              <a:t>Classification and rep counting </a:t>
            </a:r>
            <a:r>
              <a:rPr lang="en-US" sz="1700">
                <a:solidFill>
                  <a:schemeClr val="dk1"/>
                </a:solidFill>
              </a:rPr>
              <a:t>accuracy was sensitive to camera angle, lighting conditions, occlusions, and body positioning</a:t>
            </a:r>
            <a:endParaRPr sz="1700">
              <a:solidFill>
                <a:schemeClr val="dk1"/>
              </a:solidFill>
            </a:endParaRPr>
          </a:p>
        </p:txBody>
      </p:sp>
      <p:sp>
        <p:nvSpPr>
          <p:cNvPr id="305" name="Google Shape;305;g3e462fd33d1_0_199"/>
          <p:cNvSpPr/>
          <p:nvPr/>
        </p:nvSpPr>
        <p:spPr>
          <a:xfrm>
            <a:off x="6535488" y="4083150"/>
            <a:ext cx="4776900" cy="1672200"/>
          </a:xfrm>
          <a:prstGeom prst="roundRect">
            <a:avLst>
              <a:gd fmla="val 16667" name="adj"/>
            </a:avLst>
          </a:prstGeom>
          <a:solidFill>
            <a:schemeClr val="accent1"/>
          </a:solid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US" sz="1700">
                <a:solidFill>
                  <a:schemeClr val="lt1"/>
                </a:solidFill>
              </a:rPr>
              <a:t>Solution: </a:t>
            </a:r>
            <a:r>
              <a:rPr lang="en-US" sz="1700">
                <a:solidFill>
                  <a:schemeClr val="lt1"/>
                </a:solidFill>
              </a:rPr>
              <a:t>Expanded training data using a larger workout dataset and evaluated on noisy real-world test videos</a:t>
            </a:r>
            <a:endParaRPr sz="1700">
              <a:solidFill>
                <a:schemeClr val="lt1"/>
              </a:solidFill>
            </a:endParaRPr>
          </a:p>
        </p:txBody>
      </p:sp>
      <p:sp>
        <p:nvSpPr>
          <p:cNvPr id="306" name="Google Shape;306;g3e462fd33d1_0_199"/>
          <p:cNvSpPr txBox="1"/>
          <p:nvPr>
            <p:ph idx="12" type="sldNum"/>
          </p:nvPr>
        </p:nvSpPr>
        <p:spPr>
          <a:xfrm>
            <a:off x="86216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307" name="Google Shape;307;g3e462fd33d1_0_199"/>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g3e49763ec6b_1_48"/>
          <p:cNvSpPr/>
          <p:nvPr/>
        </p:nvSpPr>
        <p:spPr>
          <a:xfrm>
            <a:off x="338275" y="1452175"/>
            <a:ext cx="2930100" cy="41826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Helvetica Neue"/>
              <a:ea typeface="Helvetica Neue"/>
              <a:cs typeface="Helvetica Neue"/>
              <a:sym typeface="Helvetica Neue"/>
            </a:endParaRPr>
          </a:p>
        </p:txBody>
      </p:sp>
      <p:sp>
        <p:nvSpPr>
          <p:cNvPr id="313" name="Google Shape;313;g3e49763ec6b_1_48"/>
          <p:cNvSpPr txBox="1"/>
          <p:nvPr>
            <p:ph type="title"/>
          </p:nvPr>
        </p:nvSpPr>
        <p:spPr>
          <a:xfrm>
            <a:off x="838200" y="0"/>
            <a:ext cx="10515600" cy="1312800"/>
          </a:xfrm>
          <a:prstGeom prst="rect">
            <a:avLst/>
          </a:prstGeom>
        </p:spPr>
        <p:txBody>
          <a:bodyPr anchorCtr="0" anchor="ctr" bIns="45700" lIns="0" spcFirstLastPara="1" rIns="0" wrap="square" tIns="45700">
            <a:noAutofit/>
          </a:bodyPr>
          <a:lstStyle/>
          <a:p>
            <a:pPr indent="0" lvl="0" marL="0" rtl="0" algn="l">
              <a:spcBef>
                <a:spcPts val="0"/>
              </a:spcBef>
              <a:spcAft>
                <a:spcPts val="0"/>
              </a:spcAft>
              <a:buNone/>
            </a:pPr>
            <a:r>
              <a:rPr b="1" lang="en-US">
                <a:solidFill>
                  <a:schemeClr val="accent1"/>
                </a:solidFill>
                <a:latin typeface="Arial"/>
                <a:ea typeface="Arial"/>
                <a:cs typeface="Arial"/>
                <a:sym typeface="Arial"/>
              </a:rPr>
              <a:t>Future Steps</a:t>
            </a:r>
            <a:endParaRPr/>
          </a:p>
        </p:txBody>
      </p:sp>
      <p:sp>
        <p:nvSpPr>
          <p:cNvPr id="314" name="Google Shape;314;g3e49763ec6b_1_48"/>
          <p:cNvSpPr txBox="1"/>
          <p:nvPr>
            <p:ph idx="12" type="sldNum"/>
          </p:nvPr>
        </p:nvSpPr>
        <p:spPr>
          <a:xfrm>
            <a:off x="86216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315" name="Google Shape;315;g3e49763ec6b_1_48"/>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sp>
        <p:nvSpPr>
          <p:cNvPr id="316" name="Google Shape;316;g3e49763ec6b_1_48"/>
          <p:cNvSpPr/>
          <p:nvPr/>
        </p:nvSpPr>
        <p:spPr>
          <a:xfrm>
            <a:off x="4632800" y="1452175"/>
            <a:ext cx="2930100" cy="4182600"/>
          </a:xfrm>
          <a:prstGeom prst="roundRect">
            <a:avLst>
              <a:gd fmla="val 16667" name="adj"/>
            </a:avLst>
          </a:prstGeom>
          <a:solidFill>
            <a:schemeClr val="dk2"/>
          </a:solidFill>
          <a:ln>
            <a:noFill/>
          </a:ln>
        </p:spPr>
        <p:txBody>
          <a:bodyPr anchorCtr="0" anchor="ctr" bIns="91425" lIns="91425" spcFirstLastPara="1" rIns="91425" wrap="square" tIns="91425">
            <a:noAutofit/>
          </a:bodyPr>
          <a:lstStyle/>
          <a:p>
            <a:pPr indent="0" lvl="0" marL="457200" rtl="0" algn="l">
              <a:spcBef>
                <a:spcPts val="0"/>
              </a:spcBef>
              <a:spcAft>
                <a:spcPts val="0"/>
              </a:spcAft>
              <a:buNone/>
            </a:pPr>
            <a:r>
              <a:t/>
            </a:r>
            <a:endParaRPr>
              <a:solidFill>
                <a:schemeClr val="lt1"/>
              </a:solidFill>
              <a:latin typeface="Helvetica Neue"/>
              <a:ea typeface="Helvetica Neue"/>
              <a:cs typeface="Helvetica Neue"/>
              <a:sym typeface="Helvetica Neue"/>
            </a:endParaRPr>
          </a:p>
        </p:txBody>
      </p:sp>
      <p:sp>
        <p:nvSpPr>
          <p:cNvPr id="317" name="Google Shape;317;g3e49763ec6b_1_48"/>
          <p:cNvSpPr/>
          <p:nvPr/>
        </p:nvSpPr>
        <p:spPr>
          <a:xfrm>
            <a:off x="8956750" y="1452175"/>
            <a:ext cx="2930100" cy="4182600"/>
          </a:xfrm>
          <a:prstGeom prst="roundRect">
            <a:avLst>
              <a:gd fmla="val 16667" name="adj"/>
            </a:avLst>
          </a:prstGeom>
          <a:solidFill>
            <a:schemeClr val="accent1"/>
          </a:solidFill>
          <a:ln>
            <a:noFill/>
          </a:ln>
        </p:spPr>
        <p:txBody>
          <a:bodyPr anchorCtr="0" anchor="ctr" bIns="91425" lIns="91425" spcFirstLastPara="1" rIns="91425" wrap="square" tIns="91425">
            <a:noAutofit/>
          </a:bodyPr>
          <a:lstStyle/>
          <a:p>
            <a:pPr indent="0" lvl="0" marL="457200" rtl="0" algn="l">
              <a:spcBef>
                <a:spcPts val="0"/>
              </a:spcBef>
              <a:spcAft>
                <a:spcPts val="0"/>
              </a:spcAft>
              <a:buNone/>
            </a:pPr>
            <a:r>
              <a:t/>
            </a:r>
            <a:endParaRPr>
              <a:solidFill>
                <a:schemeClr val="lt1"/>
              </a:solidFill>
              <a:latin typeface="Helvetica Neue"/>
              <a:ea typeface="Helvetica Neue"/>
              <a:cs typeface="Helvetica Neue"/>
              <a:sym typeface="Helvetica Neue"/>
            </a:endParaRPr>
          </a:p>
        </p:txBody>
      </p:sp>
      <p:sp>
        <p:nvSpPr>
          <p:cNvPr id="318" name="Google Shape;318;g3e49763ec6b_1_48"/>
          <p:cNvSpPr txBox="1"/>
          <p:nvPr/>
        </p:nvSpPr>
        <p:spPr>
          <a:xfrm>
            <a:off x="687275" y="1791475"/>
            <a:ext cx="2484900" cy="84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800">
                <a:solidFill>
                  <a:schemeClr val="dk1"/>
                </a:solidFill>
              </a:rPr>
              <a:t>Improved Real-World Robustness</a:t>
            </a:r>
            <a:endParaRPr b="1" sz="1800">
              <a:solidFill>
                <a:schemeClr val="dk1"/>
              </a:solidFill>
            </a:endParaRPr>
          </a:p>
          <a:p>
            <a:pPr indent="0" lvl="0" marL="0" rtl="0" algn="l">
              <a:spcBef>
                <a:spcPts val="0"/>
              </a:spcBef>
              <a:spcAft>
                <a:spcPts val="0"/>
              </a:spcAft>
              <a:buNone/>
            </a:pPr>
            <a:r>
              <a:t/>
            </a:r>
            <a:endParaRPr b="1" sz="1800">
              <a:solidFill>
                <a:schemeClr val="dk1"/>
              </a:solidFill>
            </a:endParaRPr>
          </a:p>
        </p:txBody>
      </p:sp>
      <p:sp>
        <p:nvSpPr>
          <p:cNvPr id="319" name="Google Shape;319;g3e49763ec6b_1_48"/>
          <p:cNvSpPr txBox="1"/>
          <p:nvPr/>
        </p:nvSpPr>
        <p:spPr>
          <a:xfrm>
            <a:off x="4869000" y="2937950"/>
            <a:ext cx="2617500" cy="475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None/>
            </a:pPr>
            <a:r>
              <a:rPr lang="en-US" sz="1700">
                <a:solidFill>
                  <a:schemeClr val="lt1"/>
                </a:solidFill>
              </a:rPr>
              <a:t>Joint-angle analysis and m</a:t>
            </a:r>
            <a:r>
              <a:rPr lang="en-US" sz="1700">
                <a:solidFill>
                  <a:schemeClr val="lt1"/>
                </a:solidFill>
              </a:rPr>
              <a:t>ovement quality feedback</a:t>
            </a:r>
            <a:endParaRPr sz="1700">
              <a:solidFill>
                <a:schemeClr val="lt1"/>
              </a:solidFill>
            </a:endParaRPr>
          </a:p>
        </p:txBody>
      </p:sp>
      <p:sp>
        <p:nvSpPr>
          <p:cNvPr id="320" name="Google Shape;320;g3e49763ec6b_1_48"/>
          <p:cNvSpPr txBox="1"/>
          <p:nvPr/>
        </p:nvSpPr>
        <p:spPr>
          <a:xfrm>
            <a:off x="9515800" y="1717525"/>
            <a:ext cx="2210100" cy="652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800">
                <a:solidFill>
                  <a:schemeClr val="lt1"/>
                </a:solidFill>
              </a:rPr>
              <a:t>Integration with Other Platforms</a:t>
            </a:r>
            <a:endParaRPr b="1" sz="1800">
              <a:solidFill>
                <a:schemeClr val="dk1"/>
              </a:solidFill>
            </a:endParaRPr>
          </a:p>
        </p:txBody>
      </p:sp>
      <p:sp>
        <p:nvSpPr>
          <p:cNvPr id="321" name="Google Shape;321;g3e49763ec6b_1_48"/>
          <p:cNvSpPr/>
          <p:nvPr/>
        </p:nvSpPr>
        <p:spPr>
          <a:xfrm>
            <a:off x="3384775" y="3062150"/>
            <a:ext cx="1087200" cy="652200"/>
          </a:xfrm>
          <a:prstGeom prst="rightArrow">
            <a:avLst>
              <a:gd fmla="val 50000" name="adj1"/>
              <a:gd fmla="val 50000" name="adj2"/>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Helvetica Neue"/>
              <a:ea typeface="Helvetica Neue"/>
              <a:cs typeface="Helvetica Neue"/>
              <a:sym typeface="Helvetica Neue"/>
            </a:endParaRPr>
          </a:p>
        </p:txBody>
      </p:sp>
      <p:sp>
        <p:nvSpPr>
          <p:cNvPr id="322" name="Google Shape;322;g3e49763ec6b_1_48"/>
          <p:cNvSpPr txBox="1"/>
          <p:nvPr/>
        </p:nvSpPr>
        <p:spPr>
          <a:xfrm>
            <a:off x="433650" y="4221050"/>
            <a:ext cx="2650500" cy="75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solidFill>
                  <a:schemeClr val="dk1"/>
                </a:solidFill>
              </a:rPr>
              <a:t>Result:</a:t>
            </a:r>
            <a:r>
              <a:rPr lang="en-US" sz="1700">
                <a:solidFill>
                  <a:schemeClr val="dk1"/>
                </a:solidFill>
              </a:rPr>
              <a:t> Better accuracy performance even in crowded-gym</a:t>
            </a:r>
            <a:endParaRPr sz="1700">
              <a:solidFill>
                <a:schemeClr val="dk1"/>
              </a:solidFill>
            </a:endParaRPr>
          </a:p>
          <a:p>
            <a:pPr indent="0" lvl="0" marL="0" rtl="0" algn="l">
              <a:spcBef>
                <a:spcPts val="0"/>
              </a:spcBef>
              <a:spcAft>
                <a:spcPts val="0"/>
              </a:spcAft>
              <a:buNone/>
            </a:pPr>
            <a:r>
              <a:t/>
            </a:r>
            <a:endParaRPr sz="1700">
              <a:solidFill>
                <a:schemeClr val="dk1"/>
              </a:solidFill>
            </a:endParaRPr>
          </a:p>
        </p:txBody>
      </p:sp>
      <p:sp>
        <p:nvSpPr>
          <p:cNvPr id="323" name="Google Shape;323;g3e49763ec6b_1_48"/>
          <p:cNvSpPr txBox="1"/>
          <p:nvPr/>
        </p:nvSpPr>
        <p:spPr>
          <a:xfrm>
            <a:off x="293850" y="1791475"/>
            <a:ext cx="590100" cy="50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solidFill>
                  <a:schemeClr val="dk1"/>
                </a:solidFill>
              </a:rPr>
              <a:t>1.</a:t>
            </a:r>
            <a:endParaRPr b="1" sz="2000">
              <a:solidFill>
                <a:schemeClr val="dk1"/>
              </a:solidFill>
            </a:endParaRPr>
          </a:p>
        </p:txBody>
      </p:sp>
      <p:sp>
        <p:nvSpPr>
          <p:cNvPr id="324" name="Google Shape;324;g3e49763ec6b_1_48"/>
          <p:cNvSpPr txBox="1"/>
          <p:nvPr/>
        </p:nvSpPr>
        <p:spPr>
          <a:xfrm>
            <a:off x="4868950" y="1791475"/>
            <a:ext cx="590100" cy="50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solidFill>
                  <a:schemeClr val="lt1"/>
                </a:solidFill>
              </a:rPr>
              <a:t>2</a:t>
            </a:r>
            <a:r>
              <a:rPr b="1" lang="en-US" sz="2000">
                <a:solidFill>
                  <a:schemeClr val="lt1"/>
                </a:solidFill>
              </a:rPr>
              <a:t>.</a:t>
            </a:r>
            <a:endParaRPr b="1" sz="2000">
              <a:solidFill>
                <a:schemeClr val="lt1"/>
              </a:solidFill>
            </a:endParaRPr>
          </a:p>
        </p:txBody>
      </p:sp>
      <p:sp>
        <p:nvSpPr>
          <p:cNvPr id="325" name="Google Shape;325;g3e49763ec6b_1_48"/>
          <p:cNvSpPr txBox="1"/>
          <p:nvPr/>
        </p:nvSpPr>
        <p:spPr>
          <a:xfrm>
            <a:off x="5322250" y="1700875"/>
            <a:ext cx="2484900" cy="84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800">
                <a:solidFill>
                  <a:schemeClr val="lt1"/>
                </a:solidFill>
              </a:rPr>
              <a:t>Real-Time Form Correction</a:t>
            </a:r>
            <a:endParaRPr b="1" sz="1800">
              <a:solidFill>
                <a:schemeClr val="lt1"/>
              </a:solidFill>
            </a:endParaRPr>
          </a:p>
        </p:txBody>
      </p:sp>
      <p:sp>
        <p:nvSpPr>
          <p:cNvPr id="326" name="Google Shape;326;g3e49763ec6b_1_48"/>
          <p:cNvSpPr txBox="1"/>
          <p:nvPr/>
        </p:nvSpPr>
        <p:spPr>
          <a:xfrm>
            <a:off x="433650" y="3104663"/>
            <a:ext cx="2366400" cy="652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700">
                <a:solidFill>
                  <a:schemeClr val="dk1"/>
                </a:solidFill>
              </a:rPr>
              <a:t>More training data and advanced models</a:t>
            </a:r>
            <a:endParaRPr sz="2400">
              <a:solidFill>
                <a:schemeClr val="dk1"/>
              </a:solidFill>
              <a:latin typeface="Helvetica Neue"/>
              <a:ea typeface="Helvetica Neue"/>
              <a:cs typeface="Helvetica Neue"/>
              <a:sym typeface="Helvetica Neue"/>
            </a:endParaRPr>
          </a:p>
        </p:txBody>
      </p:sp>
      <p:sp>
        <p:nvSpPr>
          <p:cNvPr id="327" name="Google Shape;327;g3e49763ec6b_1_48"/>
          <p:cNvSpPr txBox="1"/>
          <p:nvPr/>
        </p:nvSpPr>
        <p:spPr>
          <a:xfrm>
            <a:off x="4834650" y="4221050"/>
            <a:ext cx="2484900" cy="983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None/>
            </a:pPr>
            <a:r>
              <a:rPr b="1" lang="en-US" sz="1700">
                <a:solidFill>
                  <a:schemeClr val="lt1"/>
                </a:solidFill>
              </a:rPr>
              <a:t>Result:</a:t>
            </a:r>
            <a:r>
              <a:rPr lang="en-US" sz="1700">
                <a:solidFill>
                  <a:schemeClr val="lt1"/>
                </a:solidFill>
              </a:rPr>
              <a:t> Fewer injuries and safer workout technique</a:t>
            </a:r>
            <a:endParaRPr sz="1700">
              <a:solidFill>
                <a:schemeClr val="lt1"/>
              </a:solidFill>
            </a:endParaRPr>
          </a:p>
        </p:txBody>
      </p:sp>
      <p:sp>
        <p:nvSpPr>
          <p:cNvPr id="328" name="Google Shape;328;g3e49763ec6b_1_48"/>
          <p:cNvSpPr txBox="1"/>
          <p:nvPr/>
        </p:nvSpPr>
        <p:spPr>
          <a:xfrm>
            <a:off x="9039575" y="1791475"/>
            <a:ext cx="590100" cy="50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solidFill>
                  <a:schemeClr val="lt1"/>
                </a:solidFill>
              </a:rPr>
              <a:t>3</a:t>
            </a:r>
            <a:r>
              <a:rPr b="1" lang="en-US" sz="2000">
                <a:solidFill>
                  <a:schemeClr val="lt1"/>
                </a:solidFill>
              </a:rPr>
              <a:t>.</a:t>
            </a:r>
            <a:endParaRPr b="1" sz="2000">
              <a:solidFill>
                <a:schemeClr val="lt1"/>
              </a:solidFill>
            </a:endParaRPr>
          </a:p>
        </p:txBody>
      </p:sp>
      <p:sp>
        <p:nvSpPr>
          <p:cNvPr id="329" name="Google Shape;329;g3e49763ec6b_1_48"/>
          <p:cNvSpPr txBox="1"/>
          <p:nvPr/>
        </p:nvSpPr>
        <p:spPr>
          <a:xfrm>
            <a:off x="9087125" y="2621750"/>
            <a:ext cx="2779800" cy="1107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sz="1700">
                <a:solidFill>
                  <a:schemeClr val="lt1"/>
                </a:solidFill>
              </a:rPr>
              <a:t>Connect with other fitness apps, wearables, and even AI Assistant for centralized workout analytics</a:t>
            </a:r>
            <a:endParaRPr sz="1700">
              <a:solidFill>
                <a:schemeClr val="lt1"/>
              </a:solidFill>
            </a:endParaRPr>
          </a:p>
          <a:p>
            <a:pPr indent="0" lvl="0" marL="0" rtl="0" algn="l">
              <a:spcBef>
                <a:spcPts val="1200"/>
              </a:spcBef>
              <a:spcAft>
                <a:spcPts val="0"/>
              </a:spcAft>
              <a:buNone/>
            </a:pPr>
            <a:r>
              <a:t/>
            </a:r>
            <a:endParaRPr sz="1700">
              <a:solidFill>
                <a:schemeClr val="lt1"/>
              </a:solidFill>
            </a:endParaRPr>
          </a:p>
        </p:txBody>
      </p:sp>
      <p:sp>
        <p:nvSpPr>
          <p:cNvPr id="330" name="Google Shape;330;g3e49763ec6b_1_48"/>
          <p:cNvSpPr txBox="1"/>
          <p:nvPr/>
        </p:nvSpPr>
        <p:spPr>
          <a:xfrm>
            <a:off x="9113050" y="4158950"/>
            <a:ext cx="2617500" cy="134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solidFill>
                  <a:schemeClr val="lt1"/>
                </a:solidFill>
              </a:rPr>
              <a:t>Result:</a:t>
            </a:r>
            <a:r>
              <a:rPr lang="en-US" sz="1700">
                <a:solidFill>
                  <a:schemeClr val="lt1"/>
                </a:solidFill>
              </a:rPr>
              <a:t> Unified fitness tracking, personalized workouts, and overall improved long-term health insights</a:t>
            </a:r>
            <a:endParaRPr sz="1700">
              <a:solidFill>
                <a:schemeClr val="lt1"/>
              </a:solidFill>
            </a:endParaRPr>
          </a:p>
          <a:p>
            <a:pPr indent="0" lvl="0" marL="0" rtl="0" algn="l">
              <a:spcBef>
                <a:spcPts val="0"/>
              </a:spcBef>
              <a:spcAft>
                <a:spcPts val="0"/>
              </a:spcAft>
              <a:buNone/>
            </a:pPr>
            <a:r>
              <a:t/>
            </a:r>
            <a:endParaRPr sz="1700">
              <a:solidFill>
                <a:schemeClr val="lt1"/>
              </a:solidFill>
            </a:endParaRPr>
          </a:p>
        </p:txBody>
      </p:sp>
      <p:sp>
        <p:nvSpPr>
          <p:cNvPr id="331" name="Google Shape;331;g3e49763ec6b_1_48"/>
          <p:cNvSpPr/>
          <p:nvPr/>
        </p:nvSpPr>
        <p:spPr>
          <a:xfrm>
            <a:off x="7716225" y="3062150"/>
            <a:ext cx="1087200" cy="652200"/>
          </a:xfrm>
          <a:prstGeom prst="rightArrow">
            <a:avLst>
              <a:gd fmla="val 50000" name="adj1"/>
              <a:gd fmla="val 50000" name="adj2"/>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Helvetica Neue"/>
              <a:ea typeface="Helvetica Neue"/>
              <a:cs typeface="Helvetica Neue"/>
              <a:sym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5" name="Shape 335"/>
        <p:cNvGrpSpPr/>
        <p:nvPr/>
      </p:nvGrpSpPr>
      <p:grpSpPr>
        <a:xfrm>
          <a:off x="0" y="0"/>
          <a:ext cx="0" cy="0"/>
          <a:chOff x="0" y="0"/>
          <a:chExt cx="0" cy="0"/>
        </a:xfrm>
      </p:grpSpPr>
      <p:sp>
        <p:nvSpPr>
          <p:cNvPr id="336" name="Google Shape;336;p7"/>
          <p:cNvSpPr txBox="1"/>
          <p:nvPr>
            <p:ph type="title"/>
          </p:nvPr>
        </p:nvSpPr>
        <p:spPr>
          <a:xfrm>
            <a:off x="831851" y="2359717"/>
            <a:ext cx="8729244" cy="2226798"/>
          </a:xfrm>
          <a:prstGeom prst="rect">
            <a:avLst/>
          </a:prstGeom>
          <a:noFill/>
          <a:ln>
            <a:noFill/>
          </a:ln>
        </p:spPr>
        <p:txBody>
          <a:bodyPr anchorCtr="0" anchor="ctr" bIns="45700" lIns="0" spcFirstLastPara="1" rIns="0" wrap="square" tIns="45700">
            <a:normAutofit/>
          </a:bodyPr>
          <a:lstStyle/>
          <a:p>
            <a:pPr indent="0" lvl="0" marL="0" rtl="0" algn="l">
              <a:lnSpc>
                <a:spcPct val="90000"/>
              </a:lnSpc>
              <a:spcBef>
                <a:spcPts val="0"/>
              </a:spcBef>
              <a:spcAft>
                <a:spcPts val="0"/>
              </a:spcAft>
              <a:buClr>
                <a:srgbClr val="F2F2F2"/>
              </a:buClr>
              <a:buSzPts val="4000"/>
              <a:buFont typeface="Arial"/>
              <a:buNone/>
            </a:pPr>
            <a:r>
              <a:rPr b="1" lang="en-US">
                <a:latin typeface="Arial"/>
                <a:ea typeface="Arial"/>
                <a:cs typeface="Arial"/>
                <a:sym typeface="Arial"/>
              </a:rPr>
              <a:t>Thank You</a:t>
            </a:r>
            <a:endParaRPr>
              <a:latin typeface="Arial"/>
              <a:ea typeface="Arial"/>
              <a:cs typeface="Arial"/>
              <a:sym typeface="Arial"/>
            </a:endParaRPr>
          </a:p>
        </p:txBody>
      </p:sp>
      <p:sp>
        <p:nvSpPr>
          <p:cNvPr id="337" name="Google Shape;337;p7"/>
          <p:cNvSpPr txBox="1"/>
          <p:nvPr>
            <p:ph idx="12" type="sldNum"/>
          </p:nvPr>
        </p:nvSpPr>
        <p:spPr>
          <a:xfrm>
            <a:off x="8621618" y="6448113"/>
            <a:ext cx="3432300" cy="3651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400"/>
              <a:buFont typeface="Arial"/>
              <a:buNone/>
            </a:pPr>
            <a:fld id="{00000000-1234-1234-1234-123412341234}" type="slidenum">
              <a:rPr b="1" i="0" lang="en-US" sz="1400" u="none" cap="none" strike="noStrike">
                <a:solidFill>
                  <a:srgbClr val="FFFFFF"/>
                </a:solidFill>
                <a:latin typeface="Arial"/>
                <a:ea typeface="Arial"/>
                <a:cs typeface="Arial"/>
                <a:sym typeface="Arial"/>
              </a:rPr>
              <a:t>‹#›</a:t>
            </a:fld>
            <a:endParaRPr b="1" i="0" sz="1400" u="none" cap="none" strike="noStrike">
              <a:solidFill>
                <a:srgbClr val="FFFFFF"/>
              </a:solidFill>
              <a:latin typeface="Arial"/>
              <a:ea typeface="Arial"/>
              <a:cs typeface="Arial"/>
              <a:sym typeface="Arial"/>
            </a:endParaRPr>
          </a:p>
        </p:txBody>
      </p:sp>
      <p:sp>
        <p:nvSpPr>
          <p:cNvPr id="338" name="Google Shape;338;p7"/>
          <p:cNvSpPr txBox="1"/>
          <p:nvPr/>
        </p:nvSpPr>
        <p:spPr>
          <a:xfrm>
            <a:off x="3292950" y="6459000"/>
            <a:ext cx="5606100" cy="399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ADSP </a:t>
            </a:r>
            <a:r>
              <a:rPr lang="en-US">
                <a:solidFill>
                  <a:srgbClr val="FFFFFF"/>
                </a:solidFill>
              </a:rPr>
              <a:t>32023</a:t>
            </a:r>
            <a:r>
              <a:rPr b="0" i="0" lang="en-US" sz="1400" u="none" cap="none" strike="noStrike">
                <a:solidFill>
                  <a:srgbClr val="FFFFFF"/>
                </a:solidFill>
                <a:latin typeface="Arial"/>
                <a:ea typeface="Arial"/>
                <a:cs typeface="Arial"/>
                <a:sym typeface="Arial"/>
              </a:rPr>
              <a:t> </a:t>
            </a:r>
            <a:r>
              <a:rPr lang="en-US">
                <a:solidFill>
                  <a:srgbClr val="FFFFFF"/>
                </a:solidFill>
              </a:rPr>
              <a:t>– Advanced Computer Vision Using Deep Learning</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UChicago">
  <a:themeElements>
    <a:clrScheme name="Custom 1">
      <a:dk1>
        <a:srgbClr val="000000"/>
      </a:dk1>
      <a:lt1>
        <a:srgbClr val="FFFFFF"/>
      </a:lt1>
      <a:dk2>
        <a:srgbClr val="737373"/>
      </a:dk2>
      <a:lt2>
        <a:srgbClr val="D9D9D9"/>
      </a:lt2>
      <a:accent1>
        <a:srgbClr val="800000"/>
      </a:accent1>
      <a:accent2>
        <a:srgbClr val="D9D9D9"/>
      </a:accent2>
      <a:accent3>
        <a:srgbClr val="A6A6A6"/>
      </a:accent3>
      <a:accent4>
        <a:srgbClr val="EAAA00"/>
      </a:accent4>
      <a:accent5>
        <a:srgbClr val="B36955"/>
      </a:accent5>
      <a:accent6>
        <a:srgbClr val="002A3A"/>
      </a:accent6>
      <a:hlink>
        <a:srgbClr val="0000EE"/>
      </a:hlink>
      <a:folHlink>
        <a:srgbClr val="73737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1_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2026-05-21T20:53:37Z</dcterms:created>
  <dc:creator>Jaysen Jensen</dc:creator>
</cp:coreProperties>
</file>